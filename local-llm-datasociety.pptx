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"Three weeks ago I asked a simple question: could I stop paying for cloud Claude Code and run the whole thing on hardware in my house? I spent the price of a used Mac Studio finding out. The short answer is a qualified yes, and the qualification is the whole talk: for bounded coding, local ties the frontier, and it's free; for open-ended repo work, you still want cloud."</a:t>
            </a:r>
          </a:p>
          <a:p/>
          <a:p>
            <a:r>
              <a:t>CUE: Open cold, don't read the title. Point at the TL;DR box on 'bounded' then 'open-ended.' A measurement talk, not a vibes talk.</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"Four parts. Part one is the route across three machines. Part two, the uncomfortable truth that you can't buy your way to parity. Part three is the heart, the benchmarks, and it's the part that changed my mind. Part four, the money and the recommendation. I'll leave time for questions."</a:t>
            </a:r>
          </a:p>
          <a:p/>
          <a:p>
            <a:r>
              <a:t>CUE: Don't dwell. If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a:t>
            </a:r>
          </a:p>
          <a:p>
            <a:r>
              <a:t>SAY: "This whole talk is about measuring instead of vibing, so hold me to it. Scan this, it's a Slido, ask questions, drop feedback, upvote whatever you want answered, any time, you don't have to wait for the end. I'll check it at every part break and read the top one aloud."</a:t>
            </a:r>
          </a:p>
          <a:p/>
          <a:p>
            <a:r>
              <a:t>CUE: Before Part One, while people settle. Leave the QR up a beat for the back row.</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one, the route. How I got from a thirty-five-dollar Raspberry Pi to a gray-market Mac Studio, and what each machine taught me."</a:t>
            </a:r>
          </a:p>
          <a:p/>
          <a:p>
            <a:r>
              <a:t>CUE: Quick beat, don't linger.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real question was simple, and a little greedy: I want to run an LLM at home, how capable could it actually get? The bar: good enough to be my Claude Code backend, so I can stop paying for cloud. That splits in two, is it possible, and at what hardware and cost, and is it good enough, measured, not vibes."</a:t>
            </a:r>
          </a:p>
          <a:p/>
          <a:p>
            <a:r>
              <a:t>CUE: Lead with motivation, not a spec sheet. Plant that 'good enough' itself splits later (bounded vs open-ended) with opposite answers. Last bullet is the north star.</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learn by jumping in, not reading a spec sheet. The origin's mundane: I had a Raspberry Pi from tinkering projects with my daughter, and wondered if it could run a little LLM for the house. It did, so I got greedy and asked the real question, could it handle my actual dev workload?"</a:t>
            </a:r>
          </a:p>
          <a:p/>
          <a:p>
            <a:r>
              <a:t>CUE: The human hook, keeps the Pi from looking naive. When it turns out a dead end, that was intentional, I wanted to feel the limits, not predict them.</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"Two genuinely different jobs. Bounded coding is a self-contained problem you hold in your head and finish in a few turns, a parser, a failing test, a small CLI tool, measured by HumanEval and LiveCodeBench. Open-ended is a vague task across a big unfamiliar codebase, sixty-thousand-plus tokens, many turns, measured by SWE-bench Verified. So which side does local actually win, and where does cloud stay ahead?"</a:t>
            </a:r>
          </a:p>
          <a:p/>
          <a:p>
            <a:r>
              <a:t>CUE: The whole talk hinges on this. Do NOT answer who-wins yet, that's the payoff. Plant the two-axis framing and let the question hang.</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built this chart, then looked at my actual history, 2,177 prompts across 68 projects. The teal circle is my coding tasks: they straddle the line and lean cloud, about sixty percent open-ended, exactly where local is weakest. The bigger surprise, most of what I use Claude Code for isn't even coding, it's ops, Jira and Slack, infra, a finance app, building this deck."</a:t>
            </a:r>
          </a:p>
          <a:p/>
          <a:p>
            <a:r>
              <a:t>CUE: The teal split is a manual estimate; the full breakdown is next slide. Land it: my Claude Code is more general agent than code generator.</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full audit, all 2,177 prompts, classified by project. Two headlines. One, it's almost exactly half DSG work, half personal projects outside work. Two, a huge chunk of the personal half is privacy-sensitive, my finances, my home network, my thermostat, and that's local's natural home, the data never leaves the house. And it's not a compromise, when a local model categorized my credit-card charges it was genuinely good, I didn't need the cloud."</a:t>
            </a:r>
          </a:p>
          <a:p/>
          <a:p>
            <a:r>
              <a:t>CUE: This is why local matters beyond coding, the private bounded-classification work is half my usage.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"This is the map. Stop one, the Raspberry Pi, a dead end, I'll show you why. Stop two, a spare MacBook Air I call Maral, where I learned everything. Stop three, a tuning wall, and the single best speedup of the project. Stop four, the reality check, can you just buy your way to the top, that's part two. Stop five, the Mac Studio, the machine that finally earned its keep, the verdict's in part three."</a:t>
            </a:r>
          </a:p>
          <a:p/>
          <a:p>
            <a:r>
              <a:t>CUE: Walk it, don't read every cell. Tease, don't spoil, numbers come later. The lessons are in the trip.</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verified this on the actual board, and to be fair to it, the Hailo does run language models now: Hailo ships a generative-AI model zoo and an Ollama-compatible runtime, so you can point Claude Code at it. So why a dead end? Two reasons, both capability, not connection. One, every model in that LLM zoo is one to three billion parameters, far too small for a sixty-four-thousand-token coding agent. Two, it's slow, I measured about seven tokens a second, and reviewers find the plain CPU often matches it. Hailo markets thirty to fifty, but that's not what I, or they, saw."</a:t>
            </a:r>
          </a:p>
          <a:p/>
          <a:p>
            <a:r>
              <a:t>CUE: Corrected since I first built this, own that. Takeaway: a capability problem, not a connection one. Sources on the slide.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measured both paths myself. On the CPU, about five tokens a second on a 3B coder. On the Hailo accelerator, seven-point-three on a 1.5B. Those felt off, so I checked independent reviewers, and the plain CPU often beats the Hailo, one literally called it more like a decelerator than an accelerator. The whole lineup is one to three billion, and when I ran it, it got 'reverse a string' wrong."</a:t>
            </a:r>
          </a:p>
          <a:p/>
          <a:p>
            <a:r>
              <a:t>CUE: The fun one, let the gif play. The chip's real win is low power, not speed. Great chatbot, never a coding backend.</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"A spare sixteen-gig MacBook Air carried the whole proof of concept, and it only ran about five hours total. The big surprise: tool-use just worked. Claude Code isn't a chatbot, it drives tools through strict function-calling, and my fear was that a small model would faceplant on the mechanics, malformed JSON, the wrong tool. It didn't, it was at parity with cloud out of the box. The real pain was never the model, it was slow memory and the WiFi driver crashing under pressure."</a:t>
            </a:r>
          </a:p>
          <a:p/>
          <a:p>
            <a:r>
              <a:t>CUE: Be precise, it nailed the MECHANICS of tool-calling, separate from driving a long loop to the finish, that convergence problem is Part Three. Takeaway: sixteen gigs proves the idea, can't host it. Sets up 'what do I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"If you remember one config line, it's this. Qwen3 is a reasoning model, it writes a hidden think-trace before every answer. Great for chat, pure overhead for an agent doing lots of tiny tool calls, an eighty-token edit was costing six hundred. One environment variable turns it off, and you get about a three-times real-world speedup."</a:t>
            </a:r>
          </a:p>
          <a:p/>
          <a:p>
            <a:r>
              <a:t>CUE: Audience beat, 'guess how much all my fancy tuning bought me, versus this one line.' Everything else was a rounding error.</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two. I've got a working setup, now the uncomfortable part: how good can local actually get, and can you just buy your way to the top? Short answer, no."</a:t>
            </a:r>
          </a:p>
          <a:p/>
          <a:p>
            <a:r>
              <a:t>CUE: Quick beat.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"First, what this benchmark even is. SWE-bench Verified is five hundred real GitHub issues from popular open-source projects, and the score is the percentage where the model's patch actually makes the project's hidden test suite pass. So it's pure functional correctness, did it fix the bug, no points for speed. Now the myth-buster: just buy a big enough Mac and you'll match Opus, false. The model I run, Qwen 3.6 27B, resolves seventy-seven percent, eleven behind Opus's eighty-nine. The best open weight on earth, DeepSeek V4, only reaches eighty-point-six, and it won't even fit the biggest Mac Apple sells. You can't spend your way to parity."</a:t>
            </a:r>
          </a:p>
          <a:p/>
          <a:p>
            <a:r>
              <a:t>CUE: Define SWE-bench before the numbers, or the %s mean nothing. Key point: this is CAPABILITY (can it fix it), separate from the wall-clock numbers later. Footnote: not a shill, trying to fire my own bill.</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"Once parity's off the table, the question changes from 'can I match it' to 'how close can I get for sensible money, and what do I do about the gap?' You answer that with your actual task mix, not ideology and not the sticker price. So I went and bought a box to find out."</a:t>
            </a:r>
          </a:p>
          <a:p/>
          <a:p>
            <a:r>
              <a:t>CUE: Keep it a QUESTION, do NOT answer it here. Hold the hybrid recommendation and the dollar figure for Part Four, that's the payoff.</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"Right as I decided to buy, Apple discontinued the M3 Ultra, so Apple-direct was four months backordered and every reseller drained within days. I ended up on the grey market, a sealed unit on eBay, and I'll be honest, wiring four figures to a stranger on eBay is its own little personality test."</a:t>
            </a:r>
          </a:p>
          <a:p/>
          <a:p>
            <a:r>
              <a:t>CUE: Breather, tell it like a story. Gesture at the photo, that's the box running the LLM. Takeaway: a just-discontinued machine vanishes from every channel at once.</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three. Enough story, enough vibes. Here are the actual benchmarks, and this is where it surprised me."</a:t>
            </a:r>
          </a:p>
          <a:p/>
          <a:p>
            <a:r>
              <a:t>CUE: Build energy here, this is the best part.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"Twenty-four coding problems, easy up to LeetCode-hard, scored deterministically with pytest, no model judging itself. The local thirty-billion coder tied Opus on every single one, at sixty-eight tokens a second, for free."</a:t>
            </a:r>
          </a:p>
          <a:p/>
          <a:p>
            <a:r>
              <a:t>CUE: Stress the rigor before the result. Then plant the honesty coming: this bench saturated, my model couldn't lose on it. Don't oversell, the next slides complicate this.</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"Here's the catch. Both my local model and Opus went twenty-four for twenty-four, so this bench has stopped measuring anything. A benchmark your best model can't lose on is dead weight. What it can't see is the axis that actually bites day to day, long multi-file agentic work in a big unfamiliar repo. So I built harder tests."</a:t>
            </a:r>
          </a:p>
          <a:p/>
          <a:p>
            <a:r>
              <a:t>CUE: The bridge, NOT the verdict. Keep them in suspense, the verdict lands at the reconciliation at the end of the part.</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"Same model, same quant, eight times the memory bandwidth gives you about four times the tokens per second. The Mac Studio's memory bus is the whole story, it's not about raw compute. And the mixture-of-experts punchline: a thirty-billion MoE that only activates three billion parameters per token beats a dense thirty-two-billion, faster and higher-scoring, because only the active experts stream from memory each token."</a:t>
            </a:r>
          </a:p>
          <a:p/>
          <a:p>
            <a:r>
              <a:t>CUE: The one technical slide. Buying advice: optimize for memory bandwidth, run MoE,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"Ninety-six gigs holds the coding agent, a vision model, and an embedding model for search, all resident at once, thirty-eight gigs used, fifty free. So one box is the coding, vision, and retrieval backend for the whole house. And the eighty-billion model runs at the same speed as the thirty-billion, because both activate only three billion parameters per token, a free quality upgrade with no speed penalty."</a:t>
            </a:r>
          </a:p>
          <a:p/>
          <a:p>
            <a:r>
              <a:t>CUE: Brisk, it's a value-add, not the core argument. Don't dwell.</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"The one-shot benchmarks said tie. But I wanted to measure what I actually feel day to day, so I drove the real Claude Code agent loop on five multi-file bug fixes, local versus Opus. Cloud, five out of five, about thirty-one seconds, rock-steady. Local, four out of five, but two hundred forty-eight seconds, eight times slower, and wildly unstable, four to forty-one turns. One of these was a one-line fix, a greater-than to a greater-than-or-equal, and local took forty-one turns and almost ten minutes flailing on it."</a:t>
            </a:r>
          </a:p>
          <a:p/>
          <a:p>
            <a:r>
              <a:t>CUE: THE turning point, give it room. Pause after the 41-turn line, let it hang. The lesson: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"Same one-line bug. The cloud agent, on the right, has been done for ninety seconds while the local one, on the left, is still grinding."</a:t>
            </a:r>
          </a:p>
          <a:p/>
          <a:p>
            <a:r>
              <a:t>CUE: Let it play silent the first few seconds. Point at the moment the right side freezes green. This is a recording of the real runs, sped up eight times, not a mockup.</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"My first theory was, local has no prompt caching, so it re-computes everything. Wrong. Ollama does cache, about thirty thousand tokens cached, only two hundred fifty new per turn, the scary big numbers were just Claude Code's accounting display. The real culprit is convergence: the thirty-billion model can't reliably drive a tool-loop to the finish. And that headline sixty-eight-tokens-a-second, ties-Opus number was single-turn, it hid all of this."</a:t>
            </a:r>
          </a:p>
          <a:p/>
          <a:p>
            <a:r>
              <a:t>CUE: Use the honest \"I was wrong\" beat, it builds trust. Meta-point: single-turn benchmarks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"Hypothesis from Boykis and Hacker News: maybe that instability is the model, not local inference. So I tested it, same box, same five tasks, swapped my last-gen coder for Qwen three-six, same quant, only the model changed. Five out of five, every task seven to nine turns, dead stable, like cloud. The forty-one-turn spiral became seven. The fix was a newer model, not a bigger box. And gpt-oss 20b lands within about one-and-a-half times cloud."</a:t>
            </a:r>
          </a:p>
          <a:p/>
          <a:p>
            <a:r>
              <a:t>CUE: The payoff: maybe it's software, not hardware. Honest caveat, still slower than cloud, but stable and correct. Most important update since I built the deck.</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"Remember the eight-times tax was specifically about debugging, chasing a failing test, where instability compounds. So I tried the opposite: build a playable Space Invaders in one HTML file, scored by an automated browser rubric. On a build-from-scratch task the gap nearly closes, the local eighty-billion gets a perfect seven out of seven, same as Opus, at twice the wall-clock and zero dollars."</a:t>
            </a:r>
          </a:p>
          <a:p/>
          <a:p>
            <a:r>
              <a:t>CUE: The most hopeful data, lift the energy. The bigger local model beat the smaller one on speed AND quality AND tokens. Takeaway: route by task type, build is great for local, debug-a-repo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"These are the actual games the three agents built, being played by a script. The polish climbs left to right and maps exactly to the table, but the point is all three are real, runnable, in the repo, and the local ones cost zero dollars."</a:t>
            </a:r>
          </a:p>
          <a:p/>
          <a:p>
            <a:r>
              <a:t>CUE: Show, don't tell, let it loop. Left = small local (shipped behind a START menu, its one miss); middle = eighty-billion; right = Opus, richest. Invite them to clone and play.</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"Three real tasks shaped like my own DSG infra: a bounded ECR Terraform module, a build, scaffolding a whole ECS Fargate service, and a debug, fixing a planted bug with a failing test. Each ran three times, local versus cloud, fully sandboxed. Local got the correct answer on all nine runs, same capability. But you wait, five to ten times longer. And the twist, the bounded task is the worst ratio, about ten-x, because cloud finishes it in twenty seconds and local's per-turn latency is a bigger multiple of a tiny number."</a:t>
            </a:r>
          </a:p>
          <a:p/>
          <a:p>
            <a:r>
              <a:t>CUE: The honest counterweight to tokens-per-second. Means of three runs, low variance. 'Local ties' is about whether the answer is right, not how long you wait. gpt-oss narrows the gap.</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"Everything Part Three measured, in one table. One-shot bounded, ties Opus, fast and free. Multi-turn debug loops, current models are stable and five-for-five, gpt-oss within about one-and-a-half times cloud. Open-ended building from scratch, the local eighty-billion ties cloud at twice the wall-clock and zero dollars. Open-ended repo work across big unfamiliar context, cloud still wins on raw capability. The spine of it: local is genuinely capable on most of what I do, and cloud still earns its keep on the hardest repo work, both true at once."</a:t>
            </a:r>
          </a:p>
          <a:p/>
          <a:p>
            <a:r>
              <a:t>CUE: The part-end synthesis, land it slowly. This is the verdict the whole part built to. Let it sit,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four. So what does this actually cost, and what should you do on Monday morning?"</a:t>
            </a:r>
          </a:p>
          <a:p/>
          <a:p>
            <a:r>
              <a:t>CUE: Quick beat. SLIDO: glance at the feed, read any new question first.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"Cloud is about two hundred a month, forever. The box is a one-time cost,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that can justify the box on its own."</a:t>
            </a:r>
          </a:p>
          <a:p/>
          <a:p>
            <a:r>
              <a:t>CUE: The money slide, what a decision-maker wants. Keep saying 'supplement, not replacement,' that's what keeps it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whole talk reduces to one architecture: hybrid. Two shell aliases, one routes to the local Studio, one routes to Opus, you pick per task, no lock-in. The buying advice: a single developer wants a Mac Studio, sixty-four to ninety-six gigs, an MoE coder model, a few thousand dollars. Not the parity-chase box I debunked in Part Two, not the sixteen-gig toy from Part One."</a:t>
            </a:r>
          </a:p>
          <a:p/>
          <a:p>
            <a:r>
              <a:t>CUE: The actionable takeaway, Monday morning. If someone photographs one slide, it's this one,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"Let me name my own weaknesses first. 'Local SOTA at home' is true only if you append 'narrowly, on bounded coding.' On open-ended engineering it's not, and no honest setup pretends otherwise. Sixteen gigs is too small to live on, more than ninety-six is overkill for one person. And benchmarks saturate, the only one that matters is your own task mix."</a:t>
            </a:r>
          </a:p>
          <a:p/>
          <a:p>
            <a:r>
              <a:t>CUE: Q&amp;A insurance, pre-answer the hostile questions by naming the weaknesses yourself.</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"This is live research, not a post-mortem. The one I'm most excited about: an auto-router running on the Pi, the same Pi that was a dead end in Part One, classifying each prompt and sending bounded work to the local Studio, hard repo work to cloud, automatically, prompt by prompt. Beyond that, cut my agents fully over to local, and add verification-loop scaffolding. Published results show guardrails took an eight-billion model from fifty-three to ninety-nine percent. So the instability might be a software problem, the fix could be code, not a ten-thousand-dollar box."</a:t>
            </a:r>
          </a:p>
          <a:p/>
          <a:p>
            <a:r>
              <a:t>CUE: End on momentum. The router is the callback, the dead-end Pi gets redeemed. The last reframe turns the weakness into something solvable.</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potholes, so you skip the pain. The one that gets everybody: swap the model mid-conversation in Claude Code and you get an instant 400, because it replays the whole stored history and it no longer matches the new backend. Fix is dumb-simple, clear the session. Low quant quietly degrades tool-calling, run q6 not q4. Forgetting think-false is a silent tax. A stale model was the instability, re-bench monthly. And sixteen gigs is a demo, not a platform."</a:t>
            </a:r>
          </a:p>
          <a:p/>
          <a:p>
            <a:r>
              <a:t>CUE: None are dealbreakers, they're potholes,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"The win is real, and the caveat is real too. Everything's in the repo, reproducible, the benchmarks are real code you can clone and run. Let's open it up."</a:t>
            </a:r>
          </a:p>
          <a:p/>
          <a:p>
            <a:r>
              <a:t>CUE: Say the thesis slowly. Q&amp;A to expect: why not vLLM/MLX, why not always run the 80B, would guardrails fix it, ROI if already paying cloud. Answers in Parts Three and Four. ~30 min here =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"One honest footnote. While I was literally building this deck, Vicki Boykis published almost exactly this argument, and Hacker News spent fifteen hundred points debating it the same week. It corroborates the structure, that's not just me. The humbling part: my specific models are already a step behind, the community's on Qwen three-six and Gemma four now. So the verdict holds, but the numbers have a one-week shelf life."</a:t>
            </a:r>
          </a:p>
          <a:p/>
          <a:p>
            <a:r>
              <a:t>CUE: The closer-after-the-closer, only if time allows. People flagged low quant weakens tool-calling, possibly the real instability cause.</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"Four small benchmarks, all in the repo, all deterministic, no model grading a model. minibench is the bounded function-level axis, like HumanEval. repobench and agentbench move toward open-ended and agentic, a controlled mini-SWE-bench. appbench is the long-horizon build. The honest caveat: these aren't SWE-bench Verified, mine are smaller, but they're reproducible on my own hardware and they agree with the public leaderboards."</a:t>
            </a:r>
          </a:p>
          <a:p/>
          <a:p>
            <a:r>
              <a:t>CUE: Appendix, for the methodology-curious and Q&amp;A.</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a:t>
            </a:r>
          </a:p>
          <a:p>
            <a:r>
              <a:t>SAY: "The twenty-four, grouped easy to brutal. Two-sum and valid-parens at the easy end, Dijkstra, word-ladder, a recursive-descent calculator at the brutal end. Hidden pytest, deterministic, no model judging. Local coder and Opus both went twenty-four for twenty-four, which is exactly why I needed harder open-ended tests, this bench saturated."</a:t>
            </a:r>
          </a:p>
          <a:p/>
          <a:p>
            <a:r>
              <a:t>CUE: Full list and tests in the repo.</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hailo.ai/blog/bringing-on-device-generative-ai-to-the-pi-when-and-why-youll-need-the-raspberry-pi-ai-hat-2/" TargetMode="External"/><Relationship Id="rId4" Type="http://schemas.openxmlformats.org/officeDocument/2006/relationships/hyperlink" Target="https://github.com/hailo-ai/hailo_model_zoo_genai" TargetMode="External"/><Relationship Id="rId5" Type="http://schemas.openxmlformats.org/officeDocument/2006/relationships/hyperlink" Target="https://raspberry.tips/en/raspberrypi-tutorials/raspberry-pi-ai-hat-2-hailo-10h-40-tops-local-llms" TargetMode="External"/><Relationship Id="rId6" Type="http://schemas.openxmlformats.org/officeDocument/2006/relationships/hyperlink" Target="https://www.cnx-software.com/2026/01/20/raspberry-pi-ai-hat-2-review-a-40-tops-ai-accelerator-tested-with-computer-vision-llm-and-vlm-workloads/" TargetMode="External"/><Relationship Id="rId7" Type="http://schemas.openxmlformats.org/officeDocument/2006/relationships/hyperlink" Target="https://www.hardware-corner.net/local-llms-raspberry-pi-ai-hat-plus-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gray-market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Learn by doing, not reading spec sheets</a:t>
            </a:r>
          </a:p>
          <a:p>
            <a:pPr>
              <a:spcAft>
                <a:spcPts val="600"/>
              </a:spcAft>
              <a:defRPr sz="1800"/>
            </a:pPr>
            <a:r>
              <a:rPr sz="1800"/>
              <a:t>Already had a Pi (projects with my daughter)</a:t>
            </a:r>
          </a:p>
          <a:p>
            <a:pPr>
              <a:spcAft>
                <a:spcPts val="600"/>
              </a:spcAft>
              <a:defRPr sz="1800"/>
            </a:pPr>
            <a:r>
              <a:rPr sz="1800"/>
              <a:t>Ran a small LLM at home. Could it do real dev work?</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b="1" sz="1300">
                <a:solidFill>
                  <a:srgbClr val="412B71"/>
                </a:solidFill>
              </a:rPr>
              <a:t>Which side does local actually win? Where does cloud stay ahead?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coding tasks, manually classified: they lean open-ended (~40% local / ~60% cloud). Most of my Claude Code use isn't coding at all (ops, Jira/Slack, infra, personal projects) - full 2,177-prompt breakdown next.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only tiny 1-3B LLMs fit, ~7 tok/s (measured). Too small + slow for a coding agent</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500"/>
            </a:pPr>
            <a:r>
              <a:rPr sz="1500"/>
              <a:t>Verified on the actual board: Pi 5 + Hailo-10H, 40-TOPS INT4 NPU, 8GB on-board, HailoRT. A real gen-AI accelerator.</a:t>
            </a:r>
          </a:p>
          <a:p>
            <a:pPr>
              <a:spcAft>
                <a:spcPts val="600"/>
              </a:spcAft>
              <a:defRPr sz="1500"/>
            </a:pPr>
            <a:r>
              <a:rPr sz="1500"/>
              <a:t>It does run LLMs: Hailo ships a GenAI model zoo plus Hailo-Ollama, an Ollama/OpenAI-compatible runtime,¹² so Claude Code can point at the accelerator.</a:t>
            </a:r>
          </a:p>
          <a:p>
            <a:pPr>
              <a:spcAft>
                <a:spcPts val="600"/>
              </a:spcAft>
              <a:defRPr sz="1500"/>
            </a:pPr>
            <a:r>
              <a:rPr sz="1500"/>
              <a:t>But the whole LLM zoo is </a:t>
            </a:r>
            <a:r>
              <a:rPr b="1" sz="1500"/>
              <a:t>1-3B</a:t>
            </a:r>
            <a:r>
              <a:rPr sz="1500"/>
              <a:t> (Llama-3.2-1B, Qwen2.5-1.5B, DeepSeek-R1-1.5B)³, too small for a 64k-context coding agent.</a:t>
            </a:r>
          </a:p>
          <a:p>
            <a:pPr>
              <a:spcAft>
                <a:spcPts val="600"/>
              </a:spcAft>
              <a:defRPr sz="1500"/>
            </a:pPr>
            <a:r>
              <a:rPr sz="1500"/>
              <a:t>And it's </a:t>
            </a:r>
            <a:r>
              <a:rPr b="1" sz="1500"/>
              <a:t>slow</a:t>
            </a:r>
            <a:r>
              <a:rPr sz="1500"/>
              <a:t>: I measured ~7 tok/s on the accelerator; independent reviewers find the Pi CPU often matches it⁴⁵ (Hailo markets 30-50 tok/s¹, not what I, or they, saw).</a:t>
            </a:r>
          </a:p>
          <a:p>
            <a:pPr>
              <a:spcAft>
                <a:spcPts val="600"/>
              </a:spcAft>
              <a:defRPr sz="1500"/>
            </a:pPr>
            <a:r>
              <a:rPr b="1" sz="1500"/>
              <a:t>Takeaway:</a:t>
            </a:r>
            <a:r>
              <a:rPr sz="1500"/>
              <a:t> not a connection problem, a capability one. The models that fit are too small, the speed isn't there. Right edge box, wrong job for a coding agent.</a:t>
            </a:r>
          </a:p>
        </p:txBody>
      </p:sp>
      <p:sp>
        <p:nvSpPr>
          <p:cNvPr id="4" name="TextBox 3"/>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3"/>
              </a:rPr>
              <a:t>Hailo: On-device GenAI on the Pi AI HAT+ 2</a:t>
            </a:r>
            <a:r>
              <a:rPr sz="900"/>
              <a:t>    </a:t>
            </a:r>
            <a:r>
              <a:rPr sz="900" b="1">
                <a:solidFill>
                  <a:srgbClr val="412B71"/>
                </a:solidFill>
              </a:rPr>
              <a:t>2 </a:t>
            </a:r>
            <a:r>
              <a:rPr sz="900" i="1">
                <a:solidFill>
                  <a:srgbClr val="835BA3"/>
                </a:solidFill>
                <a:hlinkClick r:id="rId4"/>
              </a:rPr>
              <a:t>Hailo GenAI Model Zoo (GitHub)</a:t>
            </a:r>
            <a:r>
              <a:rPr sz="900"/>
              <a:t>    </a:t>
            </a:r>
            <a:r>
              <a:rPr sz="900" b="1">
                <a:solidFill>
                  <a:srgbClr val="412B71"/>
                </a:solidFill>
              </a:rPr>
              <a:t>3 </a:t>
            </a:r>
            <a:r>
              <a:rPr sz="900" i="1">
                <a:solidFill>
                  <a:srgbClr val="835BA3"/>
                </a:solidFill>
                <a:hlinkClick r:id="rId5"/>
              </a:rPr>
              <a:t>raspberry.tips: AI HAT+ 2 local LLMs</a:t>
            </a:r>
            <a:r>
              <a:rPr sz="900"/>
              <a:t>    </a:t>
            </a:r>
            <a:r>
              <a:rPr sz="900" b="1">
                <a:solidFill>
                  <a:srgbClr val="412B71"/>
                </a:solidFill>
              </a:rPr>
              <a:t>4 </a:t>
            </a:r>
            <a:r>
              <a:rPr sz="900" i="1">
                <a:solidFill>
                  <a:srgbClr val="835BA3"/>
                </a:solidFill>
                <a:hlinkClick r:id="rId6"/>
              </a:rPr>
              <a:t>CNX Software: AI HAT+ 2 review</a:t>
            </a:r>
            <a:r>
              <a:rPr sz="900"/>
              <a:t>    </a:t>
            </a:r>
            <a:r>
              <a:rPr sz="900" b="1">
                <a:solidFill>
                  <a:srgbClr val="412B71"/>
                </a:solidFill>
              </a:rPr>
              <a:t>5 </a:t>
            </a:r>
            <a:r>
              <a:rPr sz="900" i="1">
                <a:solidFill>
                  <a:srgbClr val="835BA3"/>
                </a:solidFill>
                <a:hlinkClick r:id="rId7"/>
              </a:rPr>
              <a:t>hardware-corner.net: Local LLMs on the AI HAT+ 2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Measured both paths: CPU (ollama) </a:t>
            </a:r>
            <a:r>
              <a:rPr b="1" sz="1300"/>
              <a:t>5 tok/s</a:t>
            </a:r>
            <a:r>
              <a:rPr sz="1300"/>
              <a:t> · Hailo accelerator </a:t>
            </a:r>
            <a:r>
              <a:rPr b="1" sz="1300"/>
              <a:t>7.3 tok/s</a:t>
            </a:r>
          </a:p>
          <a:p>
            <a:pPr>
              <a:spcAft>
                <a:spcPts val="600"/>
              </a:spcAft>
              <a:defRPr sz="1300"/>
            </a:pPr>
            <a:r>
              <a:rPr sz="1300"/>
              <a:t>Reviewers: </a:t>
            </a:r>
            <a:r>
              <a:rPr b="1" sz="1300"/>
              <a:t>CPU often beats the Hailo</a:t>
            </a:r>
            <a:r>
              <a:rPr sz="1300"/>
              <a:t> (R1-1.5B 6.7 vs 9.0 · Coder-1.5B 8.1 vs 10.3 · Llama3.2-3B 2.6 vs 4.8)</a:t>
            </a:r>
          </a:p>
          <a:p>
            <a:pPr>
              <a:spcAft>
                <a:spcPts val="600"/>
              </a:spcAft>
              <a:defRPr sz="1300"/>
            </a:pPr>
            <a:r>
              <a:rPr sz="1300"/>
              <a:t>Hailo's real win: low power, not speed</a:t>
            </a:r>
          </a:p>
          <a:p>
            <a:pPr>
              <a:spcAft>
                <a:spcPts val="600"/>
              </a:spcAft>
              <a:defRPr sz="1300"/>
            </a:pPr>
            <a:r>
              <a:rPr b="1" sz="1300"/>
              <a:t>Bottom line:</a:t>
            </a:r>
            <a:r>
              <a:rPr sz="1300"/>
              <a:t> great low-power chatbot, never a coding agent (mine botched 'reverse a string')</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a:p>
            <a:pPr>
              <a:spcAft>
                <a:spcPts val="600"/>
              </a:spcAft>
              <a:defRPr sz="1800"/>
            </a:pPr>
            <a:r>
              <a:rPr b="1" sz="1800"/>
              <a:t>Takeaway:</a:t>
            </a:r>
            <a:r>
              <a:rPr sz="1800"/>
              <a:t> the model was never the weak link, the hardware was. 16GB is enough to prove the idea, not to live on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b="1" sz="1300">
                <a:solidFill>
                  <a:srgbClr val="412B71"/>
                </a:solidFill>
              </a:rPr>
              <a:t>SWE-bench Verified:</a:t>
            </a:r>
            <a:r>
              <a:rPr sz="1300">
                <a:solidFill>
                  <a:srgbClr val="412B71"/>
                </a:solidFill>
              </a:rPr>
              <a:t> 500 real GitHub issues; the score is the % whose generated patch makes the repo's hidden tests pass (functional correctness, not speed). Even the best open weight won't fit the biggest Mac, and it's 8 points behind Opus. </a:t>
            </a:r>
            <a:r>
              <a:rPr b="1" sz="1300">
                <a:solidFill>
                  <a:srgbClr val="412B71"/>
                </a:solidFill>
              </a:rPr>
              <a:t>The only thing that gives you Opus quality is Opus.</a:t>
            </a:r>
            <a:r>
              <a:rPr sz="1300">
                <a:solidFill>
                  <a:srgbClr val="412B71"/>
                </a:solidFill>
              </a:rPr>
              <a:t> (llm-stats.com; same 77.2 / 88.6 in Alex Ellis, 'Local AI is not Opus')</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a:t>
            </a:r>
            <a:r>
              <a:rPr b="1" sz="1800"/>
              <a:t>does</a:t>
            </a:r>
            <a:r>
              <a:rPr sz="1800"/>
              <a:t> prefix-cache; the big token counts are CC's accounting, not re-compute</a:t>
            </a:r>
          </a:p>
          <a:p>
            <a:pPr>
              <a:spcAft>
                <a:spcPts val="600"/>
              </a:spcAft>
              <a:defRPr sz="1800"/>
            </a:pPr>
            <a:r>
              <a:rPr sz="1800"/>
              <a:t>Real cost = turn-count instability: the 30B swings 4-41 turns</a:t>
            </a:r>
          </a:p>
          <a:p>
            <a:pPr>
              <a:spcAft>
                <a:spcPts val="600"/>
              </a:spcAft>
              <a:defRPr sz="1800"/>
            </a:pPr>
            <a:r>
              <a:rPr sz="1800"/>
              <a:t>Cloud converges in 5, every time</a:t>
            </a:r>
          </a:p>
          <a:p>
            <a:pPr>
              <a:spcAft>
                <a:spcPts val="600"/>
              </a:spcAft>
              <a:defRPr sz="1800"/>
            </a:pPr>
            <a:r>
              <a:rPr sz="1800"/>
              <a:t>The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and it's </a:t>
            </a:r>
            <a:r>
              <a:rPr b="1" sz="1300">
                <a:solidFill>
                  <a:srgbClr val="412B71"/>
                </a:solidFill>
              </a:rPr>
              <a:t>model-dependent</a:t>
            </a:r>
            <a:r>
              <a:rPr sz="1300">
                <a:solidFill>
                  <a:srgbClr val="412B71"/>
                </a:solidFill>
              </a:rPr>
              <a:t>: ~1.5x on gpt-oss 20b, ~5-10x on qwen3.6/coder (my dsgbench numbers used the slower qwen3.6). Plus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one up-front cost,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a few thousand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Auto-router on the Pi:</a:t>
            </a:r>
            <a:r>
              <a:rPr sz="1800"/>
              <a:t> classify each prompt, send bounded work to the Studio + hard repo work to cloud, per-prompt. The dead-end Pi finally earns its keep.</a:t>
            </a:r>
          </a:p>
          <a:p>
            <a:pPr>
              <a:spcAft>
                <a:spcPts val="600"/>
              </a:spcAft>
              <a:defRPr sz="1800"/>
            </a:pPr>
            <a:r>
              <a:rPr sz="1800"/>
              <a:t>Cut my agents fully over to local; measure on real tasks (tokens, latency, TTFT, success)</a:t>
            </a:r>
          </a:p>
          <a:p>
            <a:pPr>
              <a:spcAft>
                <a:spcPts val="600"/>
              </a:spcAft>
              <a:defRPr sz="1800"/>
            </a:pPr>
            <a:r>
              <a:rPr sz="1800"/>
              <a:t>Verification-loop scaffolding: guardrails took an 8B from 53% to 99% (Forge, Show HN, news.ycombinator.com/item?id=48192383)</a:t>
            </a:r>
          </a:p>
          <a:p>
            <a:pPr>
              <a:spcAft>
                <a:spcPts val="600"/>
              </a:spcAft>
              <a:defRPr sz="1800"/>
            </a:pPr>
            <a:r>
              <a:rPr sz="1800"/>
              <a:t>Instability may be software, not model-size.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a:t>
            </a:r>
            <a:r>
              <a:rPr b="1" sz="1800"/>
              <a:t>Vicki Boykis</a:t>
            </a:r>
            <a:r>
              <a:rPr sz="1800"/>
              <a:t> published 'Running local models is good now' (Jun 15) + a 1,589-pt HN thread.</a:t>
            </a:r>
          </a:p>
          <a:p>
            <a:pPr>
              <a:spcAft>
                <a:spcPts val="600"/>
              </a:spcAft>
              <a:defRPr sz="1800"/>
            </a:pPr>
            <a:r>
              <a:rPr sz="1800"/>
              <a:t>Corroborates the core finding: context is the wall, ~30B MoE is the sweet spot, agentic local is model-dependent.</a:t>
            </a:r>
          </a:p>
          <a:p>
            <a:pPr>
              <a:spcAft>
                <a:spcPts val="600"/>
              </a:spcAft>
              <a:defRPr sz="1800"/>
            </a:pPr>
            <a:r>
              <a:rPr sz="1800"/>
              <a:t>My models are already last-gen, community's on </a:t>
            </a:r>
            <a:r>
              <a:rPr b="1" sz="1800"/>
              <a:t>Qwen 3.6</a:t>
            </a:r>
            <a:r>
              <a:rPr sz="1800"/>
              <a:t> and </a:t>
            </a:r>
            <a:r>
              <a:rPr b="1" sz="1800"/>
              <a:t>Gemma 4</a:t>
            </a:r>
            <a:r>
              <a:rPr sz="1800"/>
              <a:t>.</a:t>
            </a:r>
          </a:p>
          <a:p>
            <a:pPr>
              <a:spcAft>
                <a:spcPts val="600"/>
              </a:spcAft>
              <a:defRPr sz="1800"/>
            </a:pPr>
            <a:r>
              <a:rPr b="1" sz="1800"/>
              <a:t>Already tested:</a:t>
            </a:r>
            <a:r>
              <a:rPr sz="1800"/>
              <a:t> re-ran the loop on Qwen 3.6 / gpt-oss / Gemma 4, all 5/5, stable. </a:t>
            </a:r>
            <a:r>
              <a:rPr b="1" sz="1800"/>
              <a:t>gpt-oss within ~1.5x of cloud.</a:t>
            </a:r>
          </a:p>
          <a:p>
            <a:pPr>
              <a:spcAft>
                <a:spcPts val="600"/>
              </a:spcAft>
              <a:defRPr sz="1800"/>
            </a:pPr>
            <a:r>
              <a:rPr b="1" sz="1800"/>
              <a:t>Still open:</a:t>
            </a:r>
            <a:r>
              <a:rPr sz="1800"/>
              <a:t> quant (q6 vs q4 on the 80B), living on it daily. The verdict holds; the models won't.</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