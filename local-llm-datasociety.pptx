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 | Do this before Act One, while everyone's still settling. Put the QR up and say: 'This whole talk is about measuring instead of vibing, so hold me to it. Scan this, it's a Slido, ask questions, drop feedback, upvote whatever you want answered, any time, you don't have to wait for the end.' Tell them you'll check it at every act break and read the top question aloud. Leave it up for a beat so the back row can scan. Lowers the bar for the quiet folks and gives you a live read on what's landing.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now with the benchmarks that prove it. Bounded coding is a self-contained problem you hold in your head and the agent converges on in a few turns, a parser, a failing unit test, a small CLI tool. The benchmarks for that are HumanEval and LiveCodeBench, function-level problems, and there open models tie or even lead, Qwen 3.5 actually tops LiveCodeBench. Open-ended is a vague bug or feature across a big, unfamiliar codebase where the model has to discover structure, juggle sixty-thousand-plus tokens, grind through many turns. The benchmark for that is SWE-bench Verified, repository-level, and there they trail, seventy-seven versus Opus's eighty-nine. Same models, opposite results, because the benchmarks test fundamentally different things. That is the whole talk in one table.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2,264 prompts across 68 projects. Two findings. One, the teal circle: my real coding tasks straddle the line and lean to the cloud side, about sixty percent open-ended, exactly where local is weakest, so for me the hybrid case is even stronger. Two, the bigger surprise, about eighty percent of what I use Claude Code for isn't even on this chart, it's ops, Jira and Slack coordination, infrastructure debugging, a personal finance app, even building this deck. Be honest it's a sampled estimate, manually classified, but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and this is worth unpacking because it was my single biggest fear. Claude Code is not a chatbot, it works by calling tools, Read a file, Edit a file, run a Bash command, Grep the codebase, and it does that through a strict function-calling protocol: the model has to emit well-formed JSON, pick the right tool, fill in the right arguments, then read the tool result and decide the next call. My worry was that a small open model would faceplant on the mechanics, malformed JSON, hallucinated tool names, wrong arguments, basically unable to drive the loop at all. It didn't. Qwen3 on the Air, wired in through Ollama's Anthropic-compatible endpoint, produced clean valid tool calls, picked the right tool, formatted the arguments correctly, and consumed the results, at parity with cloud out of the box. But be precise about what parity means here: it nailed the MECHANICS of tool-calling, which is different from reliably driving a long multi-turn loop all the way to the finish, the convergence problem I hit later and measure in Act Three. The protocol was never the bottleneck. TWO, the real pain was never the model's intelligence, it was the memory bus being slow and the WiFi driver literally crashing under memory pressure.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920240" y="4736592"/>
            <a:ext cx="2194560" cy="320040"/>
          </a:xfrm>
          <a:prstGeom prst="rect">
            <a:avLst/>
          </a:prstGeom>
          <a:noFill/>
        </p:spPr>
        <p:txBody>
          <a:bodyPr wrap="square">
            <a:noAutofit/>
          </a:bodyPr>
          <a:lstStyle/>
          <a:p>
            <a:pPr algn="ctr"/>
            <a:r>
              <a:rPr sz="1200" i="1" b="0">
                <a:solidFill>
                  <a:srgbClr val="412B71"/>
                </a:solidFill>
              </a:rPr>
              <a:t>(ties the frontier, free)</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32004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r h="457200">
                <a:tc>
                  <a:txBody>
                    <a:bodyPr/>
                    <a:lstStyle/>
                    <a:p>
                      <a:r>
                        <a:rPr sz="1200" b="0">
                          <a:solidFill>
                            <a:srgbClr val="251144"/>
                          </a:solidFill>
                          <a:latin typeface="Arial"/>
                        </a:rPr>
                        <a:t>Who wins</a:t>
                      </a:r>
                    </a:p>
                  </a:txBody>
                  <a:tcPr anchor="ctr">
                    <a:solidFill>
                      <a:srgbClr val="F1F1F4"/>
                    </a:solidFill>
                  </a:tcPr>
                </a:tc>
                <a:tc>
                  <a:txBody>
                    <a:bodyPr/>
                    <a:lstStyle/>
                    <a:p>
                      <a:r>
                        <a:rPr sz="1200" b="1">
                          <a:solidFill>
                            <a:srgbClr val="251144"/>
                          </a:solidFill>
                          <a:latin typeface="Arial"/>
                        </a:rPr>
                        <a:t>local ties (even leads) Opus</a:t>
                      </a:r>
                    </a:p>
                  </a:txBody>
                  <a:tcPr anchor="ctr">
                    <a:solidFill>
                      <a:srgbClr val="F1F1F4"/>
                    </a:solidFill>
                  </a:tcPr>
                </a:tc>
                <a:tc>
                  <a:txBody>
                    <a:bodyPr/>
                    <a:lstStyle/>
                    <a:p>
                      <a:r>
                        <a:rPr sz="1200" b="1">
                          <a:solidFill>
                            <a:srgbClr val="251144"/>
                          </a:solidFill>
                          <a:latin typeface="Arial"/>
                        </a:rPr>
                        <a:t>cloud wins</a:t>
                      </a:r>
                    </a:p>
                  </a:txBody>
                  <a:tcPr anchor="ctr">
                    <a:solidFill>
                      <a:srgbClr val="F1F1F4"/>
                    </a:solidFill>
                  </a:tcPr>
                </a:tc>
              </a:tr>
            </a:tbl>
          </a:graphicData>
        </a:graphic>
      </p:graphicFrame>
      <p:sp>
        <p:nvSpPr>
          <p:cNvPr id="4" name="TextBox 3"/>
          <p:cNvSpPr txBox="1"/>
          <p:nvPr/>
        </p:nvSpPr>
        <p:spPr>
          <a:xfrm>
            <a:off x="548640" y="4937760"/>
            <a:ext cx="9875520" cy="1005840"/>
          </a:xfrm>
          <a:prstGeom prst="rect">
            <a:avLst/>
          </a:prstGeom>
          <a:noFill/>
        </p:spPr>
        <p:txBody>
          <a:bodyPr wrap="square">
            <a:noAutofit/>
          </a:bodyPr>
          <a:lstStyle/>
          <a:p>
            <a:r>
              <a:rPr sz="1300">
                <a:solidFill>
                  <a:srgbClr val="412B71"/>
                </a:solidFill>
              </a:rPr>
              <a:t>The benchmarks prove the split: open models tie or even lead on bounded (Qwen3.5 tops LiveCodeBench at 83.6%; HumanEval is saturated, ~90%+ for everyone), but trail on SWE-bench Verified (Qwen3.6-27B 77.2 vs Opus 88.6). Sources: codesota.com, benchlm.ai, llm-stats.com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Local owns the bottom-left; cloud the top-right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real usage (90-prompt sample of my own history): coding tasks lean open-ended (~40% local / ~60% cloud), and ~80% of my Claude Code use is off this axis entirely (ops, Jira/Slack, infra, personal projects).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