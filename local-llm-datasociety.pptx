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verified on the actual hardware and corrected since I first built this. The board is genuinely capable, a Hailo-10H, forty INT4 TOPS, eight gigs of its own memory. And to be fair to it, it DOES run language models: Hailo ships a generative-AI model zoo and an Ollama-compatible runtime called Hailo-Ollama, so you CAN point Claude Code at the accelerator. So why a dead end? Two reasons, both capability not connection. One, every LLM in that zoo is one-to-three billion parameters, Llama-3.2-1B, Qwen-2.5-1.5B, DeepSeek-R1-1.5B, far too small to drive a sixty-four-thousand-token coding agent. Two, it's slow, I measured about seven tokens a second on the accelerator and independent reviewers find the plain Pi CPU often matches it. Hailo markets thirty to fifty, but that's not what I saw or what the reviewers saw. Honest lesson: not a connection problem, a capability problem. Right edge box, wrong job for a coding agent.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(I SSH'd in):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Lesson:</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69280"/>
            <a:ext cx="9875520" cy="640080"/>
          </a:xfrm>
          <a:prstGeom prst="rect">
            <a:avLst/>
          </a:prstGeom>
          <a:noFill/>
        </p:spPr>
        <p:txBody>
          <a:bodyPr wrap="square">
            <a:noAutofit/>
          </a:bodyPr>
          <a:lstStyle/>
          <a:p>
            <a:r>
              <a:rPr sz="900" i="1">
                <a:solidFill>
                  <a:srgbClr val="412B71"/>
                </a:solidFill>
              </a:rPr>
              <a:t>1. Hailo, 'Bringing on-device GenAI to the Pi' (hailo.ai/blog)    2. Hailo GenAI Model Zoo (github.com/hailo-ai/hailo_model_zoo_genai)    3. raspberry.tips, 'AI HAT+ 2 / Hailo-10H local LLMs'    4. CNX Software, AI HAT+ 2 review    5. hardware-corner.net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