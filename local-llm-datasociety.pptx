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244605" y="1325880"/>
            <a:ext cx="648359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532120"/>
            <a:ext cx="8869680" cy="640080"/>
          </a:xfrm>
          <a:prstGeom prst="rect">
            <a:avLst/>
          </a:prstGeom>
          <a:noFill/>
        </p:spPr>
        <p:txBody>
          <a:bodyPr wrap="square">
            <a:noAutofit/>
          </a:bodyPr>
          <a:lstStyle/>
          <a:p>
            <a:r>
              <a:rPr sz="1100" i="1">
                <a:solidFill>
                  <a:srgbClr val="412B71"/>
                </a:solidFill>
              </a:rPr>
              <a:t>* DeepSeek-V4 is a 1.6T-param MoE: won't fit a 512GB Mac, and Apple pulled the 512GB config in March 2026. Even on cloud-scale hardware the best open weight is still −8.
*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