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Act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act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the whole talk hinges on this distinction. Bounded coding is a self-contained problem you hold in your head and converge on in a few turns, a parser, a failing test, a small CLI tool, measured by HumanEval and LiveCodeBench. Open-ended is a vague bug or feature across a big unfamiliar codebase, discover structure, juggle 64k-plus context, many turns, measured by SWE-bench Verified. Two genuinely different jobs. Do NOT tell them who wins each yet, that is the entire payoff of the talk, just plant the two-axis framing and the open question, and let the suspense carry.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which asks whether you can simply buy your way to the top, that's Act Two. Stop five, the Mac Studio, the machine that finally earned its keep, the verdict is Act Three. Tease, don't spoil, the numbers come later.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Act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and keep it a question, do NOT answer it here. Once parity is off the table, the question changes from 'can I match it' to 'how close can I get for sensible money, and what do I do about the gap.' The discipline: you'll decide on your actual task mix, not on ideology and not on the sticker price. Hold the actual recommendation, the hybrid setup and the dollar figure, for Act Four, that's the payoff. Here you just land the reframe and the fact that I went and bought a box to answer it. Next slide is the buy.</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bridge, NOT the verdict, resist stating who-wins-what here. The point is narrow and honest: my local model couldn't lose on this bench, both it and Opus went twenty-four for twenty-four, so the bench has stopped measuring anything. A benchmark your best model can't lose on is dead weight. What it can't see is the axis that actually bites day to day, long multi-file agentic work in a big unfamiliar repo. So I built harder tests, and the rest of this act is what they turned up. Keep them in suspense, the reconciliation at the end of the act is where the verdict lands.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act-end synthesis, everything Act Three measured in one honest table, so land it slowly. One-shot bounded, ties Opus, fast and free. Multi-turn debug loops, current models are stable and five-for-five, gpt-oss lands within about one-and-a-half times cloud. Open-ended building from scratch, the local eighty-billion ties cloud at twice the wall-clock and zero dollars. Open-ended repo work across big unfamiliar context, cloud still wins on raw capability. The spine of the talk: local is genuinely capable on most of what I do, AND cloud still earns its keep on the hardest open-ended repo work, both true at once. This is the verdict the whole act built to, so let it sit a beat,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920240" y="4736592"/>
            <a:ext cx="2194560" cy="320040"/>
          </a:xfrm>
          <a:prstGeom prst="rect">
            <a:avLst/>
          </a:prstGeom>
          <a:noFill/>
        </p:spPr>
        <p:txBody>
          <a:bodyPr wrap="square">
            <a:noAutofit/>
          </a:bodyPr>
          <a:lstStyle/>
          <a:p>
            <a:pPr algn="ctr"/>
            <a:r>
              <a:rPr sz="1200" i="1" b="0">
                <a:solidFill>
                  <a:srgbClr val="412B71"/>
                </a:solidFill>
              </a:rPr>
              <a:t>(ties the frontier, free)</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Two genuinely different jobs, measured by two different benchmarks. So which side does local actually win, and where does cloud stay ahead? That's the question the rest of the talk measures.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(Act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The machine that finally earned its keep (Act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act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(~5x on debug) and big-context repo work. </a:t>
            </a:r>
            <a:r>
              <a:rPr b="1" sz="1300">
                <a:solidFill>
                  <a:srgbClr val="412B71"/>
                </a:solidFill>
              </a:rPr>
              <a:t>Measure the agent loop, keep your model current, route by task.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