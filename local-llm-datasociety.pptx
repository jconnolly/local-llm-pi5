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definition slide, now with the benchmarks that prove it. Bounded coding is a self-contained problem you hold in your head and the agent converges on in a few turns, a parser, a failing unit test, a small CLI tool. The benchmarks for that are HumanEval and LiveCodeBench, function-level problems, and there open models tie or even lead, Qwen 3.5 actually tops LiveCodeBench. Open-ended is a vague bug or feature across a big, unfamiliar codebase where the model has to discover structure, juggle sixty-thousand-plus tokens, grind through many turns. The benchmark for that is SWE-bench Verified, repository-level, and there they trail, seventy-seven versus Opus's eighty-nine. Same models, opposite results, because the benchmarks test fundamentally different things. That is the whole talk in one table.</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same split, but visual. X-axis is task scope, bounded on the left to whole-repo on the right. Y-axis is how much context and how many agent turns it takes. Bottom-left, local owns it, the function-level benchmarks, HumanEval, LiveCodeBench, my minibench, all in the green, local ties Opus for free. Top-right, cloud wins, SWE-bench Verified and Pro, repo-wide migrations. My own benchmarks, the orange diamonds, ladder right up the diagonal from the build task near the bottom to the debug loop up near the line. That diagonal is the line the whole talk is about. Then point at where your daily work actually lands.</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the thing you cannot buy at any price. Stop five, the Mac Studio, which finally ties Opus on coding at sixty-eight tokens a second for zero dollars a month.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the thing I was most worried about, just worked, parity with cloud out of the box. Two, the pain was never the model's intelligence, it was the memory bus being slow and the WiFi driver literally crashing under memory pressure. So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The model I run on the 96GB box, Qwen 3.6 27B, scores seventy-seven on SWE-bench Verified, eleven points behind Opus. Max out to a five-hundred-twelve-gig box and the best open-weight model on earth, DeepSeek V4, gets you to eighty-point-six, still eight short. You cannot spend your way to parity. Land it slowly: the only thing that gives you Opus quality is Opus. And note this is SWE-bench Verified, the hard open-ended-repo axis, which 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Once parity is off the table, the question changes from 'can I match it' to 'how close can I get for sensible money, and what do I do about the gap.' The answer is hybrid: buy hardware for the eighty percent of work you do every day, keep a cloud escape hatch for the hard twenty percent. The discipline: decide on your actual task mix, not on ideology and not on the sticker price. Don't buy local because it's cool, don't avoid it because cloud is easier. And I'll say the number out loud now so it's not a surprise later: for one developer, the sweet spot is about four to five thousand dollars, a single ninety-six-gig Mac Studio.</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precision slide, this is what keeps the whole talk honest, so slow down and make eye contact. The win is real but bounded. Local owns self-contained coding, functions, scripts, algorithms, single and moderate multi-file work. Cloud still wins the open-ended, sprawling-context stuff, a vague bug report across a huge unfamiliar repo, that's real SWE-bench. The insight to deliver: most benchmarks test the axis local already wins on, isolated problems, and they under-test the axis that actually matters day to day, navigating a big codebase. So leaderboard parity overstates real-world parity. Naming this honestly is what earns you credibility for the rest of the talk.</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collapses the whole act into one honest table, the 'what's actually true' summary. One-shot bounded coding, ties Opus. Multi-turn agent loops, it works, four out of five, but eight times slower and unstable. Open-ended repos, it loses outright. The line that is the spine of the entire talk: local is genuinely capable, AND the daily experience is worse than the raw speed implies, and both of those are true at the same time. Resist the urge to pick a side, the nuance is the finding. This is usually where a skeptic's question lands, so own the complexity out loud before they get the chance.</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3.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gif"/><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gif"/><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920240" y="4736592"/>
            <a:ext cx="2194560" cy="320040"/>
          </a:xfrm>
          <a:prstGeom prst="rect">
            <a:avLst/>
          </a:prstGeom>
          <a:noFill/>
        </p:spPr>
        <p:txBody>
          <a:bodyPr wrap="square">
            <a:noAutofit/>
          </a:bodyPr>
          <a:lstStyle/>
          <a:p>
            <a:pPr algn="ctr"/>
            <a:r>
              <a:rPr sz="1200" i="1" b="0">
                <a:solidFill>
                  <a:srgbClr val="412B71"/>
                </a:solidFill>
              </a:rPr>
              <a:t>(ties the frontier, free)</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32004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r h="457200">
                <a:tc>
                  <a:txBody>
                    <a:bodyPr/>
                    <a:lstStyle/>
                    <a:p>
                      <a:r>
                        <a:rPr sz="1200" b="0">
                          <a:solidFill>
                            <a:srgbClr val="251144"/>
                          </a:solidFill>
                          <a:latin typeface="Arial"/>
                        </a:rPr>
                        <a:t>Who wins</a:t>
                      </a:r>
                    </a:p>
                  </a:txBody>
                  <a:tcPr anchor="ctr">
                    <a:solidFill>
                      <a:srgbClr val="F1F1F4"/>
                    </a:solidFill>
                  </a:tcPr>
                </a:tc>
                <a:tc>
                  <a:txBody>
                    <a:bodyPr/>
                    <a:lstStyle/>
                    <a:p>
                      <a:r>
                        <a:rPr sz="1200" b="1">
                          <a:solidFill>
                            <a:srgbClr val="251144"/>
                          </a:solidFill>
                          <a:latin typeface="Arial"/>
                        </a:rPr>
                        <a:t>local ties (even leads) Opus</a:t>
                      </a:r>
                    </a:p>
                  </a:txBody>
                  <a:tcPr anchor="ctr">
                    <a:solidFill>
                      <a:srgbClr val="F1F1F4"/>
                    </a:solidFill>
                  </a:tcPr>
                </a:tc>
                <a:tc>
                  <a:txBody>
                    <a:bodyPr/>
                    <a:lstStyle/>
                    <a:p>
                      <a:r>
                        <a:rPr sz="1200" b="1">
                          <a:solidFill>
                            <a:srgbClr val="251144"/>
                          </a:solidFill>
                          <a:latin typeface="Arial"/>
                        </a:rPr>
                        <a:t>cloud wins</a:t>
                      </a:r>
                    </a:p>
                  </a:txBody>
                  <a:tcPr anchor="ctr">
                    <a:solidFill>
                      <a:srgbClr val="F1F1F4"/>
                    </a:solidFill>
                  </a:tcPr>
                </a:tc>
              </a:tr>
            </a:tbl>
          </a:graphicData>
        </a:graphic>
      </p:graphicFrame>
      <p:sp>
        <p:nvSpPr>
          <p:cNvPr id="4" name="TextBox 3"/>
          <p:cNvSpPr txBox="1"/>
          <p:nvPr/>
        </p:nvSpPr>
        <p:spPr>
          <a:xfrm>
            <a:off x="548640" y="4937760"/>
            <a:ext cx="9875520" cy="1005840"/>
          </a:xfrm>
          <a:prstGeom prst="rect">
            <a:avLst/>
          </a:prstGeom>
          <a:noFill/>
        </p:spPr>
        <p:txBody>
          <a:bodyPr wrap="square">
            <a:noAutofit/>
          </a:bodyPr>
          <a:lstStyle/>
          <a:p>
            <a:r>
              <a:rPr sz="1300">
                <a:solidFill>
                  <a:srgbClr val="412B71"/>
                </a:solidFill>
              </a:rPr>
              <a:t>The benchmarks prove the split: open models tie or even lead on bounded (Qwen3.5 tops LiveCodeBench at 83.6%; HumanEval is saturated, ~90%+ for everyone), but trail on SWE-bench Verified (Qwen3.6-27B 77.2 vs Opus 88.6). Sources: codesota.com, benchlm.ai, llm-stats.com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Local owns the bottom-left; cloud the top-right</a:t>
            </a:r>
          </a:p>
        </p:txBody>
      </p:sp>
      <p:pic>
        <p:nvPicPr>
          <p:cNvPr id="3" name="Picture 2" descr="quadrant.png"/>
          <p:cNvPicPr>
            <a:picLocks noChangeAspect="1"/>
          </p:cNvPicPr>
          <p:nvPr/>
        </p:nvPicPr>
        <p:blipFill>
          <a:blip r:embed="rId2"/>
          <a:stretch>
            <a:fillRect/>
          </a:stretch>
        </p:blipFill>
        <p:spPr>
          <a:xfrm>
            <a:off x="2529840" y="1463040"/>
            <a:ext cx="5913120" cy="443484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Verdict</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Frontier parity NOT purchasable locally at any price</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Ties Opus on coding @ 68 tok/s, $0/mo</a:t>
                      </a:r>
                    </a:p>
                  </a:txBody>
                  <a:tcPr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doing the most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559292"/>
                <a:gridCol w="3638349"/>
                <a:gridCol w="2286962"/>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model you can run</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512GB ($11.5K)</a:t>
                      </a:r>
                    </a:p>
                  </a:txBody>
                  <a:tcPr anchor="ctr">
                    <a:solidFill>
                      <a:srgbClr val="F1F1F4"/>
                    </a:solidFill>
                  </a:tcPr>
                </a:tc>
                <a:tc>
                  <a:txBody>
                    <a:bodyPr/>
                    <a:lstStyle/>
                    <a:p>
                      <a:r>
                        <a:rPr sz="1300" b="1">
                          <a:solidFill>
                            <a:srgbClr val="251144"/>
                          </a:solidFill>
                          <a:latin typeface="Arial"/>
                        </a:rPr>
                        <a:t>DeepSeek-V4 (best open weight)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Even the best open-weight model, on an $11.5K box, is 8 points behind Opus.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1554480" y="5623560"/>
            <a:ext cx="8869680" cy="457200"/>
          </a:xfrm>
          <a:prstGeom prst="rect">
            <a:avLst/>
          </a:prstGeom>
          <a:noFill/>
        </p:spPr>
        <p:txBody>
          <a:bodyPr wrap="square">
            <a:noAutofit/>
          </a:bodyPr>
          <a:lstStyle/>
          <a:p>
            <a:r>
              <a:rPr sz="1200" i="1">
                <a:solidFill>
                  <a:srgbClr val="412B71"/>
                </a:solidFill>
              </a:rPr>
              <a:t>* Not an Anthropic shill, I'm trying to fire my own $200/mo Claude bill. The numbers are just what they 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Don't chase a number that isn't for sale</a:t>
            </a:r>
          </a:p>
          <a:p>
            <a:pPr>
              <a:spcAft>
                <a:spcPts val="600"/>
              </a:spcAft>
              <a:defRPr sz="1800"/>
            </a:pPr>
            <a:r>
              <a:rPr b="1" sz="1800"/>
              <a:t>Buy hardware for the 80%; keep an explicit `claude-cloud` for the 20%</a:t>
            </a:r>
          </a:p>
          <a:p>
            <a:pPr>
              <a:spcAft>
                <a:spcPts val="600"/>
              </a:spcAft>
              <a:defRPr sz="1800"/>
            </a:pPr>
            <a:r>
              <a:rPr sz="1800"/>
              <a:t>Denominate the choice in your actual task mix, not dollars or principle</a:t>
            </a:r>
          </a:p>
          <a:p>
            <a:pPr>
              <a:spcAft>
                <a:spcPts val="600"/>
              </a:spcAft>
              <a:defRPr sz="1800"/>
            </a:pPr>
            <a:r>
              <a:rPr sz="1800"/>
              <a:t>Sweet spot for one dev: </a:t>
            </a:r>
            <a:r>
              <a:rPr b="1" sz="1800"/>
              <a:t>~$4-5K, one Mac Studio, 96GB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 the tie means</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Local owns:</a:t>
            </a:r>
            <a:r>
              <a:rPr sz="1800"/>
              <a:t> self-contained coding, functions, scripts, algorithms, single and moderate multi-file</a:t>
            </a:r>
          </a:p>
          <a:p>
            <a:pPr>
              <a:spcAft>
                <a:spcPts val="600"/>
              </a:spcAft>
              <a:defRPr sz="1800"/>
            </a:pPr>
            <a:r>
              <a:rPr b="1" sz="1800"/>
              <a:t>Cloud still wins:</a:t>
            </a:r>
            <a:r>
              <a:rPr sz="1800"/>
              <a:t> open-ended, multi-file, sprawling-context repo work (real SWE-bench, the software-engineering benchmark)</a:t>
            </a:r>
          </a:p>
          <a:p>
            <a:pPr>
              <a:spcAft>
                <a:spcPts val="600"/>
              </a:spcAft>
              <a:defRPr sz="1800"/>
            </a:pPr>
            <a:r>
              <a:rPr sz="1800"/>
              <a:t>The gap is real but lives on a different axis than most benchmarks test.</a:t>
            </a:r>
          </a:p>
          <a:p>
            <a:pPr>
              <a:spcAft>
                <a:spcPts val="600"/>
              </a:spcAft>
              <a:defRPr sz="1800"/>
            </a:pPr>
            <a:r>
              <a:rPr sz="1800"/>
              <a:t>A bench your best model can't lose on has stopped measuring.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~800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entirely the memory bus. </a:t>
            </a:r>
            <a:r>
              <a:rPr b="1" sz="1300">
                <a:solidFill>
                  <a:srgbClr val="412B71"/>
                </a:solidFill>
              </a:rPr>
              <a:t>MoE (mixture of experts) beats dense:</a:t>
            </a:r>
            <a:r>
              <a:rPr sz="1300">
                <a:solidFill>
                  <a:srgbClr val="412B71"/>
                </a:solidFill>
              </a:rPr>
              <a:t> dense 32B is mid; the 3B-active MoE ate, 3x faster and higher-scoring.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18288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fast, free</a:t>
                      </a:r>
                    </a:p>
                  </a:txBody>
                  <a:tcPr anchor="ctr">
                    <a:solidFill>
                      <a:srgbClr val="FFFFFF"/>
                    </a:solidFill>
                  </a:tcPr>
                </a:tc>
              </a:tr>
              <a:tr h="457200">
                <a:tc>
                  <a:txBody>
                    <a:bodyPr/>
                    <a:lstStyle/>
                    <a:p>
                      <a:r>
                        <a:rPr sz="1300" b="0">
                          <a:solidFill>
                            <a:srgbClr val="251144"/>
                          </a:solidFill>
                          <a:latin typeface="Arial"/>
                        </a:rPr>
                        <a:t>Multi-turn agent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multi-file repos</a:t>
                      </a:r>
                    </a:p>
                  </a:txBody>
                  <a:tcPr anchor="ctr">
                    <a:solidFill>
                      <a:srgbClr val="FFFFFF"/>
                    </a:solidFill>
                  </a:tcPr>
                </a:tc>
                <a:tc>
                  <a:txBody>
                    <a:bodyPr/>
                    <a:lstStyle/>
                    <a:p>
                      <a:r>
                        <a:rPr sz="1300" b="1">
                          <a:solidFill>
                            <a:srgbClr val="251144"/>
                          </a:solidFill>
                          <a:latin typeface="Arial"/>
                        </a:rPr>
                        <a:t>Loses on capability too</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instability was a stale-model artifact, a current model is stable and 5/5. What's left is wall-clock (~5x) and big-context repo work. </a:t>
            </a:r>
            <a:r>
              <a:rPr b="1" sz="1300">
                <a:solidFill>
                  <a:srgbClr val="412B71"/>
                </a:solidFill>
              </a:rPr>
              <a:t>Measure the agent loop, and keep your model current.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