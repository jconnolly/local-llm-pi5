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gif"/><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768096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a:t>
            </a:r>
          </a:p>
        </p:txBody>
      </p:sp>
      <p:pic>
        <p:nvPicPr>
          <p:cNvPr id="5" name="Picture 4" descr="conceited.gif"/>
          <p:cNvPicPr>
            <a:picLocks noChangeAspect="1"/>
          </p:cNvPicPr>
          <p:nvPr/>
        </p:nvPicPr>
        <p:blipFill>
          <a:blip r:embed="rId2"/>
          <a:stretch>
            <a:fillRect/>
          </a:stretch>
        </p:blipFill>
        <p:spPr>
          <a:xfrm>
            <a:off x="8686800" y="3703320"/>
            <a:ext cx="2207590" cy="1325880"/>
          </a:xfrm>
          <a:prstGeom prst="rect">
            <a:avLst/>
          </a:prstGeom>
        </p:spPr>
      </p:pic>
      <p:sp>
        <p:nvSpPr>
          <p:cNvPr id="6" name="TextBox 5"/>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