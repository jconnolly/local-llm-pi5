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now with the benchmarks that prove it. Bounded coding is a self-contained problem you hold in your head and the agent converges on in a few turns, a parser, a failing unit test, a small CLI tool. The benchmarks for that are HumanEval and LiveCodeBench, function-level problems, and there open models tie or even lead, Qwen 3.5 actually tops LiveCodeBench. Open-ended is a vague bug or feature across a big, unfamiliar codebase where the model has to discover structure, juggle sixty-thousand-plus tokens, grind through many turns. The benchmark for that is SWE-bench Verified, repository-level, and there they trail, seventy-seven versus Opus's eighty-nine. Same models, opposite results, because the benchmarks test fundamentally different things. That is the whole talk in one table.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same split, but visual. X-axis is task scope, bounded on the left to whole-repo on the right. Y-axis is how much context and how many agent turns it takes. Bottom-left, local owns it, the function-level benchmarks, HumanEval, LiveCodeBench, my minibench, all in the green, local ties Opus for free. Top-right, cloud wins, SWE-bench Verified and Pro, repo-wide migrations. My own benchmarks, the orange diamonds, ladder right up the diagonal from the build task near the bottom to the debug loop up near the line. That diagonal is the line the whole talk is about. Then point at where your daily work actually lands.</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The model I run on the 96GB box, Qwen 3.6 27B, scores seventy-seven on SWE-bench Verified, eleven points behind Opus. Max out to a five-hundred-twelve-gig box and the best open-weight model on earth, DeepSeek V4, gets you to eighty-point-six, still eight short. You cannot spend your way to parity. Land it slowly: the only thing that gives you Opus quality is Opus. And note this is SWE-bench Verified, the hard open-ended-repo axis, which 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3.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gif"/><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gif"/><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920240" y="4736592"/>
            <a:ext cx="2194560" cy="320040"/>
          </a:xfrm>
          <a:prstGeom prst="rect">
            <a:avLst/>
          </a:prstGeom>
          <a:noFill/>
        </p:spPr>
        <p:txBody>
          <a:bodyPr wrap="square">
            <a:noAutofit/>
          </a:bodyPr>
          <a:lstStyle/>
          <a:p>
            <a:pPr algn="ctr"/>
            <a:r>
              <a:rPr sz="1200" i="1" b="0">
                <a:solidFill>
                  <a:srgbClr val="412B71"/>
                </a:solidFill>
              </a:rPr>
              <a:t>(ties the frontier, free)</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32004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r h="457200">
                <a:tc>
                  <a:txBody>
                    <a:bodyPr/>
                    <a:lstStyle/>
                    <a:p>
                      <a:r>
                        <a:rPr sz="1200" b="0">
                          <a:solidFill>
                            <a:srgbClr val="251144"/>
                          </a:solidFill>
                          <a:latin typeface="Arial"/>
                        </a:rPr>
                        <a:t>Who wins</a:t>
                      </a:r>
                    </a:p>
                  </a:txBody>
                  <a:tcPr anchor="ctr">
                    <a:solidFill>
                      <a:srgbClr val="F1F1F4"/>
                    </a:solidFill>
                  </a:tcPr>
                </a:tc>
                <a:tc>
                  <a:txBody>
                    <a:bodyPr/>
                    <a:lstStyle/>
                    <a:p>
                      <a:r>
                        <a:rPr sz="1200" b="1">
                          <a:solidFill>
                            <a:srgbClr val="251144"/>
                          </a:solidFill>
                          <a:latin typeface="Arial"/>
                        </a:rPr>
                        <a:t>local ties (even leads) Opus</a:t>
                      </a:r>
                    </a:p>
                  </a:txBody>
                  <a:tcPr anchor="ctr">
                    <a:solidFill>
                      <a:srgbClr val="F1F1F4"/>
                    </a:solidFill>
                  </a:tcPr>
                </a:tc>
                <a:tc>
                  <a:txBody>
                    <a:bodyPr/>
                    <a:lstStyle/>
                    <a:p>
                      <a:r>
                        <a:rPr sz="1200" b="1">
                          <a:solidFill>
                            <a:srgbClr val="251144"/>
                          </a:solidFill>
                          <a:latin typeface="Arial"/>
                        </a:rPr>
                        <a:t>cloud wins</a:t>
                      </a:r>
                    </a:p>
                  </a:txBody>
                  <a:tcPr anchor="ctr">
                    <a:solidFill>
                      <a:srgbClr val="F1F1F4"/>
                    </a:solidFill>
                  </a:tcPr>
                </a:tc>
              </a:tr>
            </a:tbl>
          </a:graphicData>
        </a:graphic>
      </p:graphicFrame>
      <p:sp>
        <p:nvSpPr>
          <p:cNvPr id="4" name="TextBox 3"/>
          <p:cNvSpPr txBox="1"/>
          <p:nvPr/>
        </p:nvSpPr>
        <p:spPr>
          <a:xfrm>
            <a:off x="548640" y="4937760"/>
            <a:ext cx="9875520" cy="1005840"/>
          </a:xfrm>
          <a:prstGeom prst="rect">
            <a:avLst/>
          </a:prstGeom>
          <a:noFill/>
        </p:spPr>
        <p:txBody>
          <a:bodyPr wrap="square">
            <a:noAutofit/>
          </a:bodyPr>
          <a:lstStyle/>
          <a:p>
            <a:r>
              <a:rPr sz="1300">
                <a:solidFill>
                  <a:srgbClr val="412B71"/>
                </a:solidFill>
              </a:rPr>
              <a:t>The benchmarks prove the split: open models tie or even lead on bounded (Qwen3.5 tops LiveCodeBench at 83.6%; HumanEval is saturated, ~90%+ for everyone), but trail on SWE-bench Verified (Qwen3.6-27B 77.2 vs Opus 88.6). Sources: codesota.com, benchlm.ai, llm-stats.com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Local owns the bottom-left; cloud the top-right</a:t>
            </a:r>
          </a:p>
        </p:txBody>
      </p:sp>
      <p:pic>
        <p:nvPicPr>
          <p:cNvPr id="3" name="Picture 2" descr="quadrant.png"/>
          <p:cNvPicPr>
            <a:picLocks noChangeAspect="1"/>
          </p:cNvPicPr>
          <p:nvPr/>
        </p:nvPicPr>
        <p:blipFill>
          <a:blip r:embed="rId2"/>
          <a:stretch>
            <a:fillRect/>
          </a:stretch>
        </p:blipFill>
        <p:spPr>
          <a:xfrm>
            <a:off x="2529840" y="1463040"/>
            <a:ext cx="5913120" cy="44348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559292"/>
                <a:gridCol w="3638349"/>
                <a:gridCol w="2286962"/>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model you can run</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512GB ($11.5K)</a:t>
                      </a:r>
                    </a:p>
                  </a:txBody>
                  <a:tcPr anchor="ctr">
                    <a:solidFill>
                      <a:srgbClr val="F1F1F4"/>
                    </a:solidFill>
                  </a:tcPr>
                </a:tc>
                <a:tc>
                  <a:txBody>
                    <a:bodyPr/>
                    <a:lstStyle/>
                    <a:p>
                      <a:r>
                        <a:rPr sz="1300" b="1">
                          <a:solidFill>
                            <a:srgbClr val="251144"/>
                          </a:solidFill>
                          <a:latin typeface="Arial"/>
                        </a:rPr>
                        <a:t>DeepSeek-V4 (best open weight)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Even the best open-weight model, on an $11.5K box, is 8 points behind Opus.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1554480" y="5623560"/>
            <a:ext cx="8869680" cy="457200"/>
          </a:xfrm>
          <a:prstGeom prst="rect">
            <a:avLst/>
          </a:prstGeom>
          <a:noFill/>
        </p:spPr>
        <p:txBody>
          <a:bodyPr wrap="square">
            <a:noAutofit/>
          </a:bodyPr>
          <a:lstStyle/>
          <a:p>
            <a:r>
              <a:rPr sz="1200" i="1">
                <a:solidFill>
                  <a:srgbClr val="412B71"/>
                </a:solidFill>
              </a:rPr>
              <a:t>* Not an Anthropic shill, I'm trying to fire my own $200/mo Claude bill. The numbers are just what they 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~800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