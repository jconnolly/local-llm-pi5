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9" r:id="rId4"/>
    <p:sldMasterId id="214748368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6172200" cx="109728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44">
          <p15:clr>
            <a:srgbClr val="A4A3A4"/>
          </p15:clr>
        </p15:guide>
        <p15:guide id="2" pos="34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44" orient="horz"/>
        <p:guide pos="3456"/>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16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16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16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16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16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16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16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16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16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16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16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16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16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16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16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16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44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44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44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44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44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44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44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44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44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16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16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16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16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16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16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16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16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0:30 | Open cold, don't read the title. Say: 'Three weeks ago I asked a simple question, could I stop paying for cloud Claude Code and run the whole thing on hardware in my house. I spent $4,676 finding out.' Then point at the TL;DR box: the answer is a qualified yes, and the qualification is the entire talk. For bounded coding, local ties the frontier and it's free. For open-ended repo work, you still want cloud. Everything after this slide is me earning that one sentence with data. Set the tone: this is a measurement talk, not a vibes talk, every claim has a benchmark behind it.</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0:30 | Don't dwell. Four acts. Act 1 is the journey across three machines, that's the story. Act 2 is the uncomfortable truth that you can't buy your way to parity. Act 3 is the heart, the actual benchmarks, and it's where the surprise lives, so flag it now: 'Act 3 is the part that changed my mind.' Act 4 is the money and the recommendation. Tell them you'll leave time for Q&amp;A. If you're running long, Act 1 is the part to compress.</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5 sec | Quick beat, don't linger on dividers. Say: 'Act One, the route. How I got from a thirty-five-dollar Raspberry Pi to a forty-six-hundred-dollar Mac Studio, and what each machine taught me.' Then move.</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1:00 | The human hook, and it matters because it stops the Raspberry Pi from looking naive. Be honest about how I work: I learn by jumping in and getting my hands on the thing, not by reading a spec sheet first. The origin is genuinely mundane, I had a Raspberry Pi lying around from tinkering projects with my daughter, and I wondered if it could run a little LLM for the house. It did, well enough that I got greedy and asked the real question, could it handle my actual dev workload? That escalating curiosity is the whole talk. So when the Pi turns out to be a dead end, that isn't me being dumb, it was intentionally myopic, I wanted to see the limits with my own eyes and feel them with my own hands, not predict them from a datasheet.</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1:00 | Two real questions here. 'Possible' turned out to be the easy one, spoiler, yes, it works on modest hardware. The hard one is 'good enough,' and the whole talk hinges on the fact that good-enough splits in two: good enough for a single bounded task, versus good enough for a long multi-turn agent loop. Those give opposite answers. Plant the seed: 'hold onto the idea that good enough depends on which good.' And the last bullet is the north star, measured, not vibes. Every number you'll see came from a script, not a feeling.</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1:30 | This is the map, don't read every cell, walk it. Stop one, the Raspberry Pi, total dead end, I'll explain why in two slides. Stop two, a spare MacBook Air I call Maral, that's where I learned everything even though it only ran a few hours. Stop three, I hit a tuning wall and found the single best speedup of the whole project. Stop four, the reality check, the thing you cannot buy at any price. Stop five, the Mac Studio, which finally ties Opus on coding at sixty-eight tokens a second for zero dollars a month. The takeaway line: the lessons are in the trip, not just the destination.</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1:00 | The cautionary tale, and I'm honest here that I went back and verified it on the actual hardware. The board is genuinely capable, a Hailo-10H, forty INT4 TOPS, eight gigs of its own memory, a real edge gen-AI accelerator. So why a dead end? Two things I confirmed by SSHing into the box. One, every model actually compiled onto the Hailo is a vision model, YOLO and ResNet, using it for language models needs Hailo's own build pipeline, not a drop-in endpoint. Two, the path that IS drop-in, ollama on the Pi, runs on the Pi's CPU, not the accelerator, and I measured it at about five tokens a second on a three-billion coder model. Five tokens a second, on a small model, with a small context. Fine for a chatbot demo, unusable as a coding agent that needs many fast turns over a big context. So it's not that you can't connect, it's that the connectable path is the slow CPU and the fast path only runs vision. Right edge box, wrong job.</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1:30 | The fun one, fully verified. I SSHed into the actual Pi and measured both paths myself. The easy path, ollama on the CPU, about five tokens a second on a 3B coder. The fancy path, I downloaded the model onto the Hailo accelerator and ran it, seven-point-three tokens a second on a 1.5B. Then, because those numbers felt sus, I checked independent reviewers, and the plain Pi CPU often BEATS the Hailo on language models. One literally called it more like an AI decelerator than an accelerator. The chip's real benefit is offloading the CPU and low power, not speed. So the whole LLM lineup is one-to-three-billion, there's even a 1.5B coder, the accelerator can't beat the CPU, and when I ran it the model confidently got 'reverse a string' wrong. Two slow, two furious. Great low-power chatbot, never a coding backend. Sources are on the slide.</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1:30 | The workhorse chapter, keep it light. A spare sixteen-gig MacBook Air, I call it Maral, carried the whole proof of concept, and honestly it only ran about five hours total. Two surprises worth landing. One, tool-use, the thing I was most worried about, just worked, parity with cloud out of the box. Two, the pain was never the model's intelligence, it was the memory bus being slow and the WiFi driver literally crashing under memory pressure. So the lesson: sixteen gigs is the floor where you can prove the idea, but it is not a platform you can live on, it ran on vibes. That sets up the obvious question: okay, what do I actually buy?</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1:30 | If they remember one config line from the whole talk, it's this one. Qwen3 is a reasoning model, it writes a hidden think trace before every answer. For chat that's great, for an agent doing lots of tiny tool calls it's pure overhead, an eighty-token edit was costing six hundred tokens. One environment variable turns it off and you get roughly a three-times real-world speedup. Audience beat: 'guess how much speedup all my fancy tuning, the quant sweeps, the cache settings, actually bought me. Now guess how much this one line bought me.' Everything else was a rounding error next to this.</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5 sec | Quick beat. Say: 'Act Two. I've got a working setup, now the uncomfortable part, how good can local actually get, and can you just buy your way to the top? Short answer, no.' Move.</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2:00 | The hinge, now with verified numbers I actually looked up. Myth-buster: 'just buy a big enough Mac and you'll match Opus' is false. The model I run on the 96GB box, Qwen 3.6 27B, scores seventy-seven on SWE-bench Verified, eleven points behind Opus. Max out to a five-hundred-twelve-gig box and the best open-weight model on earth, DeepSeek V4, gets you to eighty-point-six, still eight short. You cannot spend your way to parity. Land it slowly: the only thing that gives you Opus quality is Opus. And note this is SWE-bench Verified, the hard open-ended-repo axis, which is exactly where local loses, consistent with the rest of the talk where local ties on bounded work.</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1:00 | The reframe. Once parity is off the table, the question changes from 'can I match it' to 'how close can I get for sensible money, and what do I do about the gap.' The answer is hybrid: buy hardware for the eighty percent of work you do every day, keep a cloud escape hatch for the hard twenty percent. The discipline: decide on your actual task mix, not on ideology and not on the sticker price. Don't buy local because it's cool, don't avoid it because cloud is easier. And I'll say the number out loud now so it's not a surprise later: for one developer, the sweet spot is about four to five thousand dollars, a single ninety-six-gig Mac Studio.</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1:00 | Breather, tell it like a story. Right as I decided to buy, Apple discontinued the M3 Ultra, so Apple-direct was four months backordered and every reseller drained within days. I ended up on the grey market, a sealed unit on eBay, ninety-nine-point-three percent seller, strong buyer protection. Be honest about the feeling: wiring four thousand six hundred dollars to a stranger on eBay is its own little personality test. The transferable lesson: a just-discontinued Apple machine vanishes from every channel at once, so if you want a specific config, buy it before the refresh rumor hits. And gesture at the photo: that's the box, that's what's running the LLM.</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5 sec | Quick beat, but build energy here, this is the best part. Say: 'Act Three. Enough story, enough vibes. Here are the actual benchmarks, and this is where it surprised me.' Move.</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1:30 | Open Act Three on the win, this is the 'yes' half of the answer. Stress the rigor before the result: twenty-four coding problems, easy up to LeetCode-hard, scored deterministically with pytest, no model judging itself. The result, the local thirty-billion coder tied Opus on every single problem, at sixty-eight tokens a second, for free. But plant the honesty that's coming: this bench saturated, my local model couldn't lose on it, and a benchmark your best model can't lose on has stopped measuring anything. That's exactly why I had to build harder tests, which is the rest of this act. Don't oversell, the next two slides deliberately complicate this win.</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1:30 | The precision slide, this is what keeps the whole talk honest, so slow down and make eye contact. The win is real but bounded. Local owns self-contained coding, functions, scripts, algorithms, single and moderate multi-file work. Cloud still wins the open-ended, sprawling-context stuff, a vague bug report across a huge unfamiliar repo, that's real SWE-bench. The insight to deliver: most benchmarks test the axis local already wins on, isolated problems, and they under-test the axis that actually matters day to day, navigating a big codebase. So leaderboard parity overstates real-world parity. Naming this honestly is what earns you credibility for the rest of the talk.</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1:30 | The one genuinely technical slide, and a callback to the napkin math from Act One. Same model, same quant, eight times the memory bandwidth gives you about four times the tokens per second. The Mac Studio's eight-hundred-gigabyte-a-second memory bus is the entire story, it is not about raw compute. Then the mixture-of-experts punchline: a thirty-billion MoE model that only activates three billion parameters per token beats a dense thirty-two-billion model, faster AND higher-scoring, because only the active experts have to be streamed from memory each token. Practical advice for anyone buying: optimize for memory bandwidth and run MoE models, don't chase GPU teraflops.</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1:00 | Keep it brisk, this is a value-add, not the core argument. Ninety-six gigs holds the coding agent, a vision model, and an embedding model for search, all resident at the same time, thirty-eight gigs used, fifty free. So one box becomes the coding, vision, and retrieval backend for the whole house, the cloud bill you're replacing isn't only Claude Code. The kicker, and it ties back to the bandwidth point: the eighty-billion model runs at the same speed as the thirty-billion, because both only activate three billion parameters per token, so it's a free quality upgrade with no speed penalty. Don't dwell, it's a bonus slide.</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2:00 | This is THE turning point of the talk, the moment that changed my mind, so give it room. The one-shot benchmarks said tie. But I wanted to measure what I actually feel day to day, so I drove the real Claude Code agent loop on five multi-file bug fixes, local versus Opus, measuring wall-clock, turns, everything. Cloud, five out of five, about thirty-one seconds average, rock-steady five to nine turns. Local, four out of five, but two hundred forty-eight seconds average, eight times slower, and wildly unstable, anywhere from four to forty-one turns. Then land the killer detail and pause: one of these was a one-line fix, changing a greater-than to a greater-than-or-equal, and the local model took forty-one turns and almost ten minutes flailing on it. Let that hang. The lesson the whole talk builds to: measure the agent loop, not tokens per second.</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1:00 | The table you just saw, now in motion, let it play without talking for the first few seconds. Left is the local model flailing, reading the wrong file, failing the test twice, re-reading, finally fixing at turn nine. Right is cloud going straight to the fix, done in five turns. Point at the exact moment the right side freezes green while the left is still grinding and say: 'same one-line bug, the cloud agent has been done for ninety seconds.' Stress that this is a recording of the actual runs, sped up eight times, not a mockup, that badge in the corner is the real-time multiplier.</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1:30 | The diagnosis, and use the honest 'I was wrong' beat, it builds trust. My first theory was 'local has no prompt caching, so it re-computes everything, that's why it's slow.' I dug in. Wrong. Ollama does cache, the logs show about thirty thousand tokens cached and only two hundred fifty new per turn. The scary big token numbers were Claude Code's accounting display, not the machine re-crunching. The real culprit is convergence instability, the thirty-billion model just can't reliably drive a tool-use loop to the finish, it fumbles, sometimes spiraling to forty-one turns, sometimes quitting early at four. Cloud nails five turns every time. The meta-point: that headline sixty-eight-tokens-a-second, ties-Opus number was a single-turn measurement, and single-turn benchmarks structurally hide multi-turn instability. That's why you measure the loop.</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1:30 | The payoff, and it overturns my own headline, so own it. A few slides back the agent loop was spiraling to forty-one turns. Hypothesis from Boykis and Hacker News: that's the model, not local inference. So I re-ran the exact same five tasks on the same box across four current models. Result: every one is five-out-of-five and stable, the wild four-to-forty-one swing is gone. The standout, gpt-oss, a twenty-billion model, does it in forty-eight seconds, within about one-and-a-half times of cloud, stable. So the real story is sharper than the deck I built: the instability AND most of the speed gap were a stale model, not a hardware limit. The fix was a newer model, not a bigger box.</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1:00 | This collapses the whole act into one honest table, the 'what's actually true' summary. One-shot bounded coding, ties Opus. Multi-turn agent loops, it works, four out of five, but eight times slower and unstable. Open-ended repos, it loses outright. The line that is the spine of the entire talk: local is genuinely capable, AND the daily experience is worse than the raw speed implies, and both of those are true at the same time. Resist the urge to pick a side, the nuance is the finding. This is usually where a skeptic's question lands, so own the complexity out loud before they get the chance.</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1:30 | The counterweight, and the most hopeful data in the talk, so lift the energy back up. Remember the eight-times tax was specifically about debugging, chasing a failing test, where the instability compounds. So I tried the opposite, an open-ended build, 'make a playable Space Invaders in one HTML file,' scored by an automated browser rubric. On a build-from-scratch task the gap nearly closes: the local eighty-billion model gets a perfect seven out of seven, same as Opus, at twice the wall-clock and zero dollars. Two sub-points worth making: the bigger local model beat the smaller one on speed AND quality AND used half the tokens, so convergence improves with size; and all three did it in just two turns. The takeaway: route by task type, build-from-scratch is great for local, debug-an-existing-repo is where cloud earns its keep.</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1:00 | Show, don't tell, let it loop. These are the actual games the three agents built, being played by a script. Left, the small local model, it works, emoji invaders, scoring, a game-over screen, but it shipped the game behind a START menu, which was its one rubric miss. Middle, the eighty-billion, clean and auto-running. Right, Opus, the richest, sprite invaders, a lives counter, restart hints. The polish climbs left to right and maps exactly to the table, but the point is all three are real, runnable, in the repo, and the local ones cost zero dollars. Invite them: clone it and play them yourself.</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5 sec | Quick beat. Say: 'Act Four. So what does this actually cost, and what should you do on Monday morning?' Move.</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1:00 | The money slide, this is what a decision-maker actually wants. Cloud is about two hundred a month forever, the box is four thousand six hundred once and then zero. Breakeven is roughly two years, and after that it's pure savings, but be honest, only for the slice of work local handles well, it shrinks the cloud bill, it doesn't zero it. The non-money win that often matters more: code never leaves your network, and for client or regulated work, privacy can justify the box on its own regardless of breakeven. Keep saying 'supplement, not replacement,' that honesty is exactly what keeps this from sounding like a sales pitch.</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1:00 | The actionable takeaway, what someone does Monday morning. The whole talk reduces to one architecture, hybrid. Two shell aliases, one routes to the local Studio, one routes to Opus, you pick per task, no lock-in, no ideology. The concrete buying advice: a single developer wants a Mac Studio, sixty-four to ninety-six gigs, an MoE coder model, about four to five thousand dollars. Not the eleven-and-a-half-thousand parity-chase box I debunked in Act Two, and not the sixteen-gig toy from Act One. If someone photographs one slide of this whole talk, it should be this one, so hold it an extra beat.</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1:00 | This is Q&amp;A insurance, name your own weaknesses first so you control the framing. 'Local SOTA at home' is a true headline only if you append 'narrowly, on bounded coding,' anyone selling it without that asterisk is overselling. The sizing guidance kills two bad instincts at once: sixteen gigs is too small to live on, and more than ninety-six is overkill for one person, the sweet spot is narrow and I've bracketed it. And the recurring theme one last time: benchmarks saturate, the only benchmark that matters is your own task mix. By saying all this before they can, you've pre-answered the hostile questions.</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1:00 | End on momentum, this is live research, not a post-mortem. Three threads: cut my real agents fully over to local and live on it, keep the measurement rig running on real daily tasks not synthetic benches, and the exciting one, add verification-loop scaffolding. Land this hard: published results show guardrails took an eight-billion-parameter model from fifty-three percent to ninety-nine percent on agentic workflows. So the instability we measured a few slides ago might be a software problem, not a model-size problem, the fix could be code, not a ten-thousand-dollar box. That single reframe turns the whole weakness into something solvable, and it leaves the room optimistic instead of resigned.</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0:30 | Close on the one-line thesis, and say it slowly: the win is real, and the caveat is real too. Point them at the repo, everything is reproducible, the benchmarks are real code they can clone and run. Then open the floor. The questions to be ready for: why not vLLM or MLX for more speed, what about just always running the eighty-billion, would guardrails really fix the instability, and what's the ROI if I'm already paying for cloud anyway. The answers all live in Acts Three and Four, point back to the relevant slide. Time check: if you hit this slide around twenty-nine minutes, you nailed the pacing.</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0:30 | The honest closer-after-the-closer. While I was literally building this deck, Vicki Boykis published almost exactly this argument, and Hacker News spent fifteen hundred points debating it the same week. Two points. One, it corroborates the structure, context is the wall, thirty-billion MoE is the sweet spot, that's not just me. Two, the humbling part, my specific models are already a step behind, the community is on Qwen three-six and Gemma four now, and several people flagged that low quantization weakens tool-calling, which might be the actual cause of the instability I measured, not the model size. So the verdict holds, but the numbers have a one-week shelf life, and I'm already re-running with newer models at higher quant. Ends on intellectual honesty and momentum.</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bg>
      <p:bgPr>
        <a:blipFill>
          <a:blip r:embed="rId2">
            <a:alphaModFix/>
          </a:blip>
          <a:stretch>
            <a:fillRect/>
          </a:stretch>
        </a:blipFill>
      </p:bgPr>
    </p:bg>
    <p:spTree>
      <p:nvGrpSpPr>
        <p:cNvPr id="12" name="Shape 12"/>
        <p:cNvGrpSpPr/>
        <p:nvPr/>
      </p:nvGrpSpPr>
      <p:grpSpPr>
        <a:xfrm>
          <a:off x="0" y="0"/>
          <a:ext cx="0" cy="0"/>
          <a:chOff x="0" y="0"/>
          <a:chExt cx="0" cy="0"/>
        </a:xfrm>
      </p:grpSpPr>
      <p:sp>
        <p:nvSpPr>
          <p:cNvPr id="13" name="Google Shape;13;p2"/>
          <p:cNvSpPr txBox="1"/>
          <p:nvPr>
            <p:ph type="ctrTitle"/>
          </p:nvPr>
        </p:nvSpPr>
        <p:spPr>
          <a:xfrm>
            <a:off x="514351" y="2368673"/>
            <a:ext cx="6571129" cy="143485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subTitle"/>
          </p:nvPr>
        </p:nvSpPr>
        <p:spPr>
          <a:xfrm>
            <a:off x="514350" y="3947112"/>
            <a:ext cx="8229600" cy="48685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900"/>
              </a:spcBef>
              <a:spcAft>
                <a:spcPts val="0"/>
              </a:spcAft>
              <a:buSzPts val="2160"/>
              <a:buNone/>
              <a:defRPr b="1" i="0" sz="2160">
                <a:solidFill>
                  <a:schemeClr val="accent1"/>
                </a:solidFill>
                <a:latin typeface="Arial"/>
                <a:ea typeface="Arial"/>
                <a:cs typeface="Arial"/>
                <a:sym typeface="Arial"/>
              </a:defRPr>
            </a:lvl1pPr>
            <a:lvl2pPr lvl="1" algn="ctr">
              <a:lnSpc>
                <a:spcPct val="90000"/>
              </a:lnSpc>
              <a:spcBef>
                <a:spcPts val="450"/>
              </a:spcBef>
              <a:spcAft>
                <a:spcPts val="0"/>
              </a:spcAft>
              <a:buSzPts val="1800"/>
              <a:buNone/>
              <a:defRPr sz="1800"/>
            </a:lvl2pPr>
            <a:lvl3pPr lvl="2" algn="ctr">
              <a:lnSpc>
                <a:spcPct val="90000"/>
              </a:lnSpc>
              <a:spcBef>
                <a:spcPts val="450"/>
              </a:spcBef>
              <a:spcAft>
                <a:spcPts val="0"/>
              </a:spcAft>
              <a:buSzPts val="1620"/>
              <a:buNone/>
              <a:defRPr sz="1620"/>
            </a:lvl3pPr>
            <a:lvl4pPr lvl="3" algn="ctr">
              <a:lnSpc>
                <a:spcPct val="90000"/>
              </a:lnSpc>
              <a:spcBef>
                <a:spcPts val="450"/>
              </a:spcBef>
              <a:spcAft>
                <a:spcPts val="0"/>
              </a:spcAft>
              <a:buSzPts val="1440"/>
              <a:buNone/>
              <a:defRPr sz="1440"/>
            </a:lvl4pPr>
            <a:lvl5pPr lvl="4" algn="ctr">
              <a:lnSpc>
                <a:spcPct val="90000"/>
              </a:lnSpc>
              <a:spcBef>
                <a:spcPts val="450"/>
              </a:spcBef>
              <a:spcAft>
                <a:spcPts val="0"/>
              </a:spcAft>
              <a:buSzPts val="1440"/>
              <a:buNone/>
              <a:defRPr sz="1440"/>
            </a:lvl5pPr>
            <a:lvl6pPr lvl="5" algn="ctr">
              <a:lnSpc>
                <a:spcPct val="90000"/>
              </a:lnSpc>
              <a:spcBef>
                <a:spcPts val="450"/>
              </a:spcBef>
              <a:spcAft>
                <a:spcPts val="0"/>
              </a:spcAft>
              <a:buClr>
                <a:schemeClr val="dk1"/>
              </a:buClr>
              <a:buSzPts val="1440"/>
              <a:buNone/>
              <a:defRPr sz="1440"/>
            </a:lvl6pPr>
            <a:lvl7pPr lvl="6" algn="ctr">
              <a:lnSpc>
                <a:spcPct val="90000"/>
              </a:lnSpc>
              <a:spcBef>
                <a:spcPts val="450"/>
              </a:spcBef>
              <a:spcAft>
                <a:spcPts val="0"/>
              </a:spcAft>
              <a:buClr>
                <a:schemeClr val="dk1"/>
              </a:buClr>
              <a:buSzPts val="1440"/>
              <a:buNone/>
              <a:defRPr sz="1440"/>
            </a:lvl7pPr>
            <a:lvl8pPr lvl="7" algn="ctr">
              <a:lnSpc>
                <a:spcPct val="90000"/>
              </a:lnSpc>
              <a:spcBef>
                <a:spcPts val="450"/>
              </a:spcBef>
              <a:spcAft>
                <a:spcPts val="0"/>
              </a:spcAft>
              <a:buClr>
                <a:schemeClr val="dk1"/>
              </a:buClr>
              <a:buSzPts val="1440"/>
              <a:buNone/>
              <a:defRPr sz="1440"/>
            </a:lvl8pPr>
            <a:lvl9pPr lvl="8" algn="ctr">
              <a:lnSpc>
                <a:spcPct val="90000"/>
              </a:lnSpc>
              <a:spcBef>
                <a:spcPts val="450"/>
              </a:spcBef>
              <a:spcAft>
                <a:spcPts val="0"/>
              </a:spcAft>
              <a:buClr>
                <a:schemeClr val="dk1"/>
              </a:buClr>
              <a:buSzPts val="1440"/>
              <a:buNone/>
              <a:defRPr sz="1440"/>
            </a:lvl9pPr>
          </a:lstStyle>
          <a:p/>
        </p:txBody>
      </p:sp>
      <p:pic>
        <p:nvPicPr>
          <p:cNvPr id="15" name="Google Shape;15;p2"/>
          <p:cNvPicPr preferRelativeResize="0"/>
          <p:nvPr/>
        </p:nvPicPr>
        <p:blipFill rotWithShape="1">
          <a:blip r:embed="rId3">
            <a:alphaModFix/>
          </a:blip>
          <a:srcRect b="-931" l="0" r="0" t="-1485"/>
          <a:stretch/>
        </p:blipFill>
        <p:spPr>
          <a:xfrm>
            <a:off x="5597542" y="828591"/>
            <a:ext cx="4860907" cy="5056430"/>
          </a:xfrm>
          <a:prstGeom prst="rect">
            <a:avLst/>
          </a:prstGeom>
          <a:noFill/>
          <a:ln>
            <a:noFill/>
          </a:ln>
        </p:spPr>
      </p:pic>
    </p:spTree>
  </p:cSld>
  <p:clrMapOvr>
    <a:masterClrMapping/>
  </p:clrMapOvr>
  <p:extLst>
    <p:ext uri="{DCECCB84-F9BA-43D5-87BE-67443E8EF086}">
      <p15:sldGuideLst>
        <p15:guide id="1" pos="360">
          <p15:clr>
            <a:srgbClr val="FBAE40"/>
          </p15:clr>
        </p15:guide>
        <p15:guide id="2" pos="7320">
          <p15:clr>
            <a:srgbClr val="FBAE40"/>
          </p15:clr>
        </p15:guide>
        <p15:guide id="3" orient="horz" pos="360">
          <p15:clr>
            <a:srgbClr val="FBAE40"/>
          </p15:clr>
        </p15:guide>
        <p15:guide id="4" orient="horz" pos="3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Logo" type="obj">
  <p:cSld name="OBJECT">
    <p:spTree>
      <p:nvGrpSpPr>
        <p:cNvPr id="16" name="Shape 16"/>
        <p:cNvGrpSpPr/>
        <p:nvPr/>
      </p:nvGrpSpPr>
      <p:grpSpPr>
        <a:xfrm>
          <a:off x="0" y="0"/>
          <a:ext cx="0" cy="0"/>
          <a:chOff x="0" y="0"/>
          <a:chExt cx="0" cy="0"/>
        </a:xfrm>
      </p:grpSpPr>
      <p:sp>
        <p:nvSpPr>
          <p:cNvPr id="17" name="Google Shape;17;p3"/>
          <p:cNvSpPr txBox="1"/>
          <p:nvPr>
            <p:ph type="title"/>
          </p:nvPr>
        </p:nvSpPr>
        <p:spPr>
          <a:xfrm>
            <a:off x="514350" y="514350"/>
            <a:ext cx="9944100" cy="100726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body"/>
          </p:nvPr>
        </p:nvSpPr>
        <p:spPr>
          <a:xfrm>
            <a:off x="514350" y="1643062"/>
            <a:ext cx="9944100" cy="4014788"/>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900"/>
              </a:spcBef>
              <a:spcAft>
                <a:spcPts val="0"/>
              </a:spcAft>
              <a:buSzPts val="1440"/>
              <a:buChar char="•"/>
              <a:defRPr sz="1440"/>
            </a:lvl1pPr>
            <a:lvl2pPr indent="-320040" lvl="1" marL="914400" algn="l">
              <a:lnSpc>
                <a:spcPct val="90000"/>
              </a:lnSpc>
              <a:spcBef>
                <a:spcPts val="450"/>
              </a:spcBef>
              <a:spcAft>
                <a:spcPts val="0"/>
              </a:spcAft>
              <a:buSzPts val="1440"/>
              <a:buChar char="•"/>
              <a:defRPr sz="1440"/>
            </a:lvl2pPr>
            <a:lvl3pPr indent="-320040" lvl="2" marL="1371600" algn="l">
              <a:lnSpc>
                <a:spcPct val="90000"/>
              </a:lnSpc>
              <a:spcBef>
                <a:spcPts val="450"/>
              </a:spcBef>
              <a:spcAft>
                <a:spcPts val="0"/>
              </a:spcAft>
              <a:buSzPts val="1440"/>
              <a:buChar char="•"/>
              <a:defRPr sz="1440"/>
            </a:lvl3pPr>
            <a:lvl4pPr indent="-320040" lvl="3" marL="1828800" algn="l">
              <a:lnSpc>
                <a:spcPct val="90000"/>
              </a:lnSpc>
              <a:spcBef>
                <a:spcPts val="450"/>
              </a:spcBef>
              <a:spcAft>
                <a:spcPts val="0"/>
              </a:spcAft>
              <a:buSzPts val="1440"/>
              <a:buChar char="•"/>
              <a:defRPr sz="1440"/>
            </a:lvl4pPr>
            <a:lvl5pPr indent="-320040" lvl="4" marL="2286000" algn="l">
              <a:lnSpc>
                <a:spcPct val="90000"/>
              </a:lnSpc>
              <a:spcBef>
                <a:spcPts val="450"/>
              </a:spcBef>
              <a:spcAft>
                <a:spcPts val="0"/>
              </a:spcAft>
              <a:buSzPts val="1440"/>
              <a:buChar char="•"/>
              <a:defRPr sz="1440"/>
            </a:lvl5pPr>
            <a:lvl6pPr indent="-342900" lvl="5" marL="2743200" algn="l">
              <a:lnSpc>
                <a:spcPct val="90000"/>
              </a:lnSpc>
              <a:spcBef>
                <a:spcPts val="450"/>
              </a:spcBef>
              <a:spcAft>
                <a:spcPts val="0"/>
              </a:spcAft>
              <a:buClr>
                <a:schemeClr val="dk1"/>
              </a:buClr>
              <a:buSzPts val="1800"/>
              <a:buChar char="•"/>
              <a:defRPr/>
            </a:lvl6pPr>
            <a:lvl7pPr indent="-342900" lvl="6" marL="3200400" algn="l">
              <a:lnSpc>
                <a:spcPct val="90000"/>
              </a:lnSpc>
              <a:spcBef>
                <a:spcPts val="450"/>
              </a:spcBef>
              <a:spcAft>
                <a:spcPts val="0"/>
              </a:spcAft>
              <a:buClr>
                <a:schemeClr val="dk1"/>
              </a:buClr>
              <a:buSzPts val="1800"/>
              <a:buChar char="•"/>
              <a:defRPr/>
            </a:lvl7pPr>
            <a:lvl8pPr indent="-342900" lvl="7" marL="3657600" algn="l">
              <a:lnSpc>
                <a:spcPct val="90000"/>
              </a:lnSpc>
              <a:spcBef>
                <a:spcPts val="450"/>
              </a:spcBef>
              <a:spcAft>
                <a:spcPts val="0"/>
              </a:spcAft>
              <a:buClr>
                <a:schemeClr val="dk1"/>
              </a:buClr>
              <a:buSzPts val="1800"/>
              <a:buChar char="•"/>
              <a:defRPr/>
            </a:lvl8pPr>
            <a:lvl9pPr indent="-342900" lvl="8" marL="4114800" algn="l">
              <a:lnSpc>
                <a:spcPct val="90000"/>
              </a:lnSpc>
              <a:spcBef>
                <a:spcPts val="450"/>
              </a:spcBef>
              <a:spcAft>
                <a:spcPts val="0"/>
              </a:spcAft>
              <a:buClr>
                <a:schemeClr val="dk1"/>
              </a:buClr>
              <a:buSzPts val="1800"/>
              <a:buChar char="•"/>
              <a:defRPr/>
            </a:lvl9pPr>
          </a:lstStyle>
          <a:p/>
        </p:txBody>
      </p:sp>
      <p:pic>
        <p:nvPicPr>
          <p:cNvPr descr="A picture containing text, sign&#10;&#10;Description automatically generated" id="19" name="Google Shape;19;p3"/>
          <p:cNvPicPr preferRelativeResize="0"/>
          <p:nvPr/>
        </p:nvPicPr>
        <p:blipFill rotWithShape="1">
          <a:blip r:embed="rId2">
            <a:alphaModFix/>
          </a:blip>
          <a:srcRect b="0" l="0" r="0" t="0"/>
          <a:stretch/>
        </p:blipFill>
        <p:spPr>
          <a:xfrm>
            <a:off x="514351" y="5398170"/>
            <a:ext cx="567015" cy="486851"/>
          </a:xfrm>
          <a:prstGeom prst="rect">
            <a:avLst/>
          </a:prstGeom>
          <a:noFill/>
          <a:ln>
            <a:noFill/>
          </a:ln>
        </p:spPr>
      </p:pic>
      <p:sp>
        <p:nvSpPr>
          <p:cNvPr id="20" name="Google Shape;20;p3"/>
          <p:cNvSpPr txBox="1"/>
          <p:nvPr/>
        </p:nvSpPr>
        <p:spPr>
          <a:xfrm>
            <a:off x="7989570" y="5720715"/>
            <a:ext cx="2468880" cy="328613"/>
          </a:xfrm>
          <a:prstGeom prst="rect">
            <a:avLst/>
          </a:prstGeom>
          <a:noFill/>
          <a:ln>
            <a:noFill/>
          </a:ln>
        </p:spPr>
        <p:txBody>
          <a:bodyPr anchorCtr="0" anchor="ctr" bIns="41125" lIns="82275" spcFirstLastPara="1" rIns="82275" wrap="square" tIns="41125">
            <a:noAutofit/>
          </a:bodyPr>
          <a:lstStyle/>
          <a:p>
            <a:pPr indent="0" lvl="0" marL="0" marR="0" rtl="0" algn="r">
              <a:spcBef>
                <a:spcPts val="0"/>
              </a:spcBef>
              <a:spcAft>
                <a:spcPts val="0"/>
              </a:spcAft>
              <a:buNone/>
            </a:pPr>
            <a:fld id="{00000000-1234-1234-1234-123412341234}" type="slidenum">
              <a:rPr b="1" i="0" lang="en-US" sz="900" u="none" cap="none" strike="noStrike">
                <a:solidFill>
                  <a:schemeClr val="dk1"/>
                </a:solidFill>
                <a:latin typeface="Arial"/>
                <a:ea typeface="Arial"/>
                <a:cs typeface="Arial"/>
                <a:sym typeface="Arial"/>
              </a:rPr>
              <a:t>‹#›</a:t>
            </a:fld>
            <a:endParaRPr b="1" i="0" sz="900" u="none" cap="none" strike="noStrike">
              <a:solidFill>
                <a:schemeClr val="dk1"/>
              </a:solidFill>
              <a:latin typeface="Arial"/>
              <a:ea typeface="Arial"/>
              <a:cs typeface="Arial"/>
              <a:sym typeface="Arial"/>
            </a:endParaRPr>
          </a:p>
        </p:txBody>
      </p:sp>
    </p:spTree>
  </p:cSld>
  <p:clrMapOvr>
    <a:masterClrMapping/>
  </p:clrMapOvr>
  <p:extLst>
    <p:ext uri="{DCECCB84-F9BA-43D5-87BE-67443E8EF086}">
      <p15:sldGuideLst>
        <p15:guide id="1" pos="360">
          <p15:clr>
            <a:srgbClr val="FBAE40"/>
          </p15:clr>
        </p15:guide>
        <p15:guide id="2" pos="7320">
          <p15:clr>
            <a:srgbClr val="FBAE40"/>
          </p15:clr>
        </p15:guide>
        <p15:guide id="3" orient="horz" pos="360">
          <p15:clr>
            <a:srgbClr val="FBAE40"/>
          </p15:clr>
        </p15:guide>
        <p15:guide id="4" orient="horz" pos="39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ient Logo Template">
  <p:cSld name="Client Logo Template">
    <p:spTree>
      <p:nvGrpSpPr>
        <p:cNvPr id="21" name="Shape 21"/>
        <p:cNvGrpSpPr/>
        <p:nvPr/>
      </p:nvGrpSpPr>
      <p:grpSpPr>
        <a:xfrm>
          <a:off x="0" y="0"/>
          <a:ext cx="0" cy="0"/>
          <a:chOff x="0" y="0"/>
          <a:chExt cx="0" cy="0"/>
        </a:xfrm>
      </p:grpSpPr>
      <p:sp>
        <p:nvSpPr>
          <p:cNvPr id="22" name="Google Shape;22;p4"/>
          <p:cNvSpPr/>
          <p:nvPr/>
        </p:nvSpPr>
        <p:spPr>
          <a:xfrm>
            <a:off x="7941242" y="-2523520"/>
            <a:ext cx="3995225" cy="3995225"/>
          </a:xfrm>
          <a:prstGeom prst="ellipse">
            <a:avLst/>
          </a:prstGeom>
          <a:noFill/>
          <a:ln cap="flat" cmpd="sng" w="9525">
            <a:solidFill>
              <a:srgbClr val="FF350F"/>
            </a:solidFill>
            <a:prstDash val="solid"/>
            <a:round/>
            <a:headEnd len="sm" w="sm" type="none"/>
            <a:tailEnd len="sm" w="sm" type="none"/>
          </a:ln>
        </p:spPr>
        <p:txBody>
          <a:bodyPr anchorCtr="0" anchor="ctr" bIns="82275" lIns="82275" spcFirstLastPara="1" rIns="82275" wrap="square" tIns="82275">
            <a:noAutofit/>
          </a:bodyPr>
          <a:lstStyle/>
          <a:p>
            <a:pPr indent="0" lvl="0" marL="0" marR="0" rtl="0" algn="l">
              <a:spcBef>
                <a:spcPts val="0"/>
              </a:spcBef>
              <a:spcAft>
                <a:spcPts val="0"/>
              </a:spcAft>
              <a:buClr>
                <a:schemeClr val="dk1"/>
              </a:buClr>
              <a:buSzPts val="1944"/>
              <a:buFont typeface="Calibri"/>
              <a:buNone/>
            </a:pPr>
            <a:r>
              <a:t/>
            </a:r>
            <a:endParaRPr b="0" i="0" sz="1944" u="none" cap="none" strike="noStrike">
              <a:solidFill>
                <a:schemeClr val="dk1"/>
              </a:solidFill>
              <a:latin typeface="Calibri"/>
              <a:ea typeface="Calibri"/>
              <a:cs typeface="Calibri"/>
              <a:sym typeface="Calibri"/>
            </a:endParaRPr>
          </a:p>
        </p:txBody>
      </p:sp>
      <p:sp>
        <p:nvSpPr>
          <p:cNvPr id="23" name="Google Shape;23;p4"/>
          <p:cNvSpPr/>
          <p:nvPr/>
        </p:nvSpPr>
        <p:spPr>
          <a:xfrm>
            <a:off x="-1568145" y="4240939"/>
            <a:ext cx="3862523" cy="3862523"/>
          </a:xfrm>
          <a:prstGeom prst="ellipse">
            <a:avLst/>
          </a:prstGeom>
          <a:noFill/>
          <a:ln cap="flat" cmpd="sng" w="9525">
            <a:solidFill>
              <a:srgbClr val="845BA3"/>
            </a:solidFill>
            <a:prstDash val="solid"/>
            <a:round/>
            <a:headEnd len="sm" w="sm" type="none"/>
            <a:tailEnd len="sm" w="sm" type="none"/>
          </a:ln>
        </p:spPr>
        <p:txBody>
          <a:bodyPr anchorCtr="0" anchor="ctr" bIns="82275" lIns="82275" spcFirstLastPara="1" rIns="82275" wrap="square" tIns="82275">
            <a:noAutofit/>
          </a:bodyPr>
          <a:lstStyle/>
          <a:p>
            <a:pPr indent="0" lvl="0" marL="0" marR="0" rtl="0" algn="l">
              <a:spcBef>
                <a:spcPts val="0"/>
              </a:spcBef>
              <a:spcAft>
                <a:spcPts val="0"/>
              </a:spcAft>
              <a:buClr>
                <a:schemeClr val="dk1"/>
              </a:buClr>
              <a:buSzPts val="1944"/>
              <a:buFont typeface="Calibri"/>
              <a:buNone/>
            </a:pPr>
            <a:r>
              <a:t/>
            </a:r>
            <a:endParaRPr b="0" i="0" sz="1944" u="none" cap="none" strike="noStrike">
              <a:solidFill>
                <a:schemeClr val="dk1"/>
              </a:solidFill>
              <a:latin typeface="Calibri"/>
              <a:ea typeface="Calibri"/>
              <a:cs typeface="Calibri"/>
              <a:sym typeface="Calibri"/>
            </a:endParaRPr>
          </a:p>
        </p:txBody>
      </p:sp>
      <p:pic>
        <p:nvPicPr>
          <p:cNvPr descr="A picture containing text, sign&#10;&#10;Description automatically generated" id="24" name="Google Shape;24;p4"/>
          <p:cNvPicPr preferRelativeResize="0"/>
          <p:nvPr/>
        </p:nvPicPr>
        <p:blipFill rotWithShape="1">
          <a:blip r:embed="rId2">
            <a:alphaModFix/>
          </a:blip>
          <a:srcRect b="0" l="0" r="0" t="0"/>
          <a:stretch/>
        </p:blipFill>
        <p:spPr>
          <a:xfrm>
            <a:off x="514351" y="5398170"/>
            <a:ext cx="567015" cy="486851"/>
          </a:xfrm>
          <a:prstGeom prst="rect">
            <a:avLst/>
          </a:prstGeom>
          <a:noFill/>
          <a:ln>
            <a:noFill/>
          </a:ln>
        </p:spPr>
      </p:pic>
      <p:sp>
        <p:nvSpPr>
          <p:cNvPr id="25" name="Google Shape;25;p4"/>
          <p:cNvSpPr txBox="1"/>
          <p:nvPr>
            <p:ph type="title"/>
          </p:nvPr>
        </p:nvSpPr>
        <p:spPr>
          <a:xfrm>
            <a:off x="374040" y="674186"/>
            <a:ext cx="10224720" cy="687204"/>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chemeClr val="dk1"/>
              </a:buClr>
              <a:buSzPts val="2800"/>
              <a:buFont typeface="Arial"/>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p4"/>
          <p:cNvSpPr txBox="1"/>
          <p:nvPr>
            <p:ph idx="1" type="subTitle"/>
          </p:nvPr>
        </p:nvSpPr>
        <p:spPr>
          <a:xfrm>
            <a:off x="377310" y="480897"/>
            <a:ext cx="4716360" cy="245916"/>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5"/>
              </a:buClr>
              <a:buSzPts val="1200"/>
              <a:buNone/>
              <a:defRPr b="1" sz="1296">
                <a:solidFill>
                  <a:schemeClr val="accent5"/>
                </a:solidFill>
              </a:defRPr>
            </a:lvl1pPr>
            <a:lvl2pPr lvl="1" algn="l">
              <a:lnSpc>
                <a:spcPct val="100000"/>
              </a:lnSpc>
              <a:spcBef>
                <a:spcPts val="0"/>
              </a:spcBef>
              <a:spcAft>
                <a:spcPts val="0"/>
              </a:spcAft>
              <a:buClr>
                <a:schemeClr val="accent5"/>
              </a:buClr>
              <a:buSzPts val="1200"/>
              <a:buNone/>
              <a:defRPr b="1" sz="1296">
                <a:solidFill>
                  <a:schemeClr val="accent5"/>
                </a:solidFill>
              </a:defRPr>
            </a:lvl2pPr>
            <a:lvl3pPr lvl="2" algn="l">
              <a:lnSpc>
                <a:spcPct val="100000"/>
              </a:lnSpc>
              <a:spcBef>
                <a:spcPts val="0"/>
              </a:spcBef>
              <a:spcAft>
                <a:spcPts val="0"/>
              </a:spcAft>
              <a:buClr>
                <a:schemeClr val="accent5"/>
              </a:buClr>
              <a:buSzPts val="1200"/>
              <a:buNone/>
              <a:defRPr b="1" sz="1296">
                <a:solidFill>
                  <a:schemeClr val="accent5"/>
                </a:solidFill>
              </a:defRPr>
            </a:lvl3pPr>
            <a:lvl4pPr lvl="3" algn="l">
              <a:lnSpc>
                <a:spcPct val="100000"/>
              </a:lnSpc>
              <a:spcBef>
                <a:spcPts val="0"/>
              </a:spcBef>
              <a:spcAft>
                <a:spcPts val="0"/>
              </a:spcAft>
              <a:buClr>
                <a:schemeClr val="accent5"/>
              </a:buClr>
              <a:buSzPts val="1200"/>
              <a:buNone/>
              <a:defRPr b="1" sz="1296">
                <a:solidFill>
                  <a:schemeClr val="accent5"/>
                </a:solidFill>
              </a:defRPr>
            </a:lvl4pPr>
            <a:lvl5pPr lvl="4" algn="l">
              <a:lnSpc>
                <a:spcPct val="100000"/>
              </a:lnSpc>
              <a:spcBef>
                <a:spcPts val="0"/>
              </a:spcBef>
              <a:spcAft>
                <a:spcPts val="0"/>
              </a:spcAft>
              <a:buClr>
                <a:schemeClr val="accent5"/>
              </a:buClr>
              <a:buSzPts val="1200"/>
              <a:buNone/>
              <a:defRPr b="1" sz="1296">
                <a:solidFill>
                  <a:schemeClr val="accent5"/>
                </a:solidFill>
              </a:defRPr>
            </a:lvl5pPr>
            <a:lvl6pPr lvl="5" algn="l">
              <a:lnSpc>
                <a:spcPct val="100000"/>
              </a:lnSpc>
              <a:spcBef>
                <a:spcPts val="0"/>
              </a:spcBef>
              <a:spcAft>
                <a:spcPts val="0"/>
              </a:spcAft>
              <a:buClr>
                <a:schemeClr val="accent5"/>
              </a:buClr>
              <a:buSzPts val="1200"/>
              <a:buNone/>
              <a:defRPr b="1" sz="1296">
                <a:solidFill>
                  <a:schemeClr val="accent5"/>
                </a:solidFill>
              </a:defRPr>
            </a:lvl6pPr>
            <a:lvl7pPr lvl="6" algn="l">
              <a:lnSpc>
                <a:spcPct val="100000"/>
              </a:lnSpc>
              <a:spcBef>
                <a:spcPts val="0"/>
              </a:spcBef>
              <a:spcAft>
                <a:spcPts val="0"/>
              </a:spcAft>
              <a:buClr>
                <a:schemeClr val="accent5"/>
              </a:buClr>
              <a:buSzPts val="1200"/>
              <a:buNone/>
              <a:defRPr b="1" sz="1296">
                <a:solidFill>
                  <a:schemeClr val="accent5"/>
                </a:solidFill>
              </a:defRPr>
            </a:lvl7pPr>
            <a:lvl8pPr lvl="7" algn="l">
              <a:lnSpc>
                <a:spcPct val="100000"/>
              </a:lnSpc>
              <a:spcBef>
                <a:spcPts val="0"/>
              </a:spcBef>
              <a:spcAft>
                <a:spcPts val="0"/>
              </a:spcAft>
              <a:buClr>
                <a:schemeClr val="accent5"/>
              </a:buClr>
              <a:buSzPts val="1200"/>
              <a:buNone/>
              <a:defRPr b="1" sz="1296">
                <a:solidFill>
                  <a:schemeClr val="accent5"/>
                </a:solidFill>
              </a:defRPr>
            </a:lvl8pPr>
            <a:lvl9pPr lvl="8" algn="l">
              <a:lnSpc>
                <a:spcPct val="100000"/>
              </a:lnSpc>
              <a:spcBef>
                <a:spcPts val="0"/>
              </a:spcBef>
              <a:spcAft>
                <a:spcPts val="0"/>
              </a:spcAft>
              <a:buClr>
                <a:schemeClr val="accent5"/>
              </a:buClr>
              <a:buSzPts val="1200"/>
              <a:buNone/>
              <a:defRPr b="1" sz="1296">
                <a:solidFill>
                  <a:schemeClr val="accent5"/>
                </a:solidFill>
              </a:defRPr>
            </a:lvl9pPr>
          </a:lstStyle>
          <a:p/>
        </p:txBody>
      </p:sp>
      <p:sp>
        <p:nvSpPr>
          <p:cNvPr id="27" name="Google Shape;27;p4"/>
          <p:cNvSpPr txBox="1"/>
          <p:nvPr/>
        </p:nvSpPr>
        <p:spPr>
          <a:xfrm>
            <a:off x="7989570" y="5720715"/>
            <a:ext cx="2468880" cy="328613"/>
          </a:xfrm>
          <a:prstGeom prst="rect">
            <a:avLst/>
          </a:prstGeom>
          <a:noFill/>
          <a:ln>
            <a:noFill/>
          </a:ln>
        </p:spPr>
        <p:txBody>
          <a:bodyPr anchorCtr="0" anchor="ctr" bIns="41125" lIns="82275" spcFirstLastPara="1" rIns="82275" wrap="square" tIns="41125">
            <a:noAutofit/>
          </a:bodyPr>
          <a:lstStyle/>
          <a:p>
            <a:pPr indent="0" lvl="0" marL="0" marR="0" rtl="0" algn="r">
              <a:spcBef>
                <a:spcPts val="0"/>
              </a:spcBef>
              <a:spcAft>
                <a:spcPts val="0"/>
              </a:spcAft>
              <a:buNone/>
            </a:pPr>
            <a:fld id="{00000000-1234-1234-1234-123412341234}" type="slidenum">
              <a:rPr b="1" i="0" lang="en-US" sz="900" u="none" cap="none" strike="noStrike">
                <a:solidFill>
                  <a:schemeClr val="dk1"/>
                </a:solidFill>
                <a:latin typeface="Arial"/>
                <a:ea typeface="Arial"/>
                <a:cs typeface="Arial"/>
                <a:sym typeface="Arial"/>
              </a:rPr>
              <a:t>‹#›</a:t>
            </a:fld>
            <a:endParaRPr b="1" i="0" sz="9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Logo" type="titleOnly">
  <p:cSld name="TITLE_ONLY">
    <p:spTree>
      <p:nvGrpSpPr>
        <p:cNvPr id="28" name="Shape 28"/>
        <p:cNvGrpSpPr/>
        <p:nvPr/>
      </p:nvGrpSpPr>
      <p:grpSpPr>
        <a:xfrm>
          <a:off x="0" y="0"/>
          <a:ext cx="0" cy="0"/>
          <a:chOff x="0" y="0"/>
          <a:chExt cx="0" cy="0"/>
        </a:xfrm>
      </p:grpSpPr>
      <p:sp>
        <p:nvSpPr>
          <p:cNvPr id="29" name="Google Shape;29;p5"/>
          <p:cNvSpPr txBox="1"/>
          <p:nvPr>
            <p:ph type="title"/>
          </p:nvPr>
        </p:nvSpPr>
        <p:spPr>
          <a:xfrm>
            <a:off x="514350" y="514350"/>
            <a:ext cx="9944100" cy="100726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A picture containing text, sign&#10;&#10;Description automatically generated" id="30" name="Google Shape;30;p5"/>
          <p:cNvPicPr preferRelativeResize="0"/>
          <p:nvPr/>
        </p:nvPicPr>
        <p:blipFill rotWithShape="1">
          <a:blip r:embed="rId2">
            <a:alphaModFix/>
          </a:blip>
          <a:srcRect b="0" l="0" r="0" t="0"/>
          <a:stretch/>
        </p:blipFill>
        <p:spPr>
          <a:xfrm>
            <a:off x="514351" y="5398170"/>
            <a:ext cx="567015" cy="486851"/>
          </a:xfrm>
          <a:prstGeom prst="rect">
            <a:avLst/>
          </a:prstGeom>
          <a:noFill/>
          <a:ln>
            <a:noFill/>
          </a:ln>
        </p:spPr>
      </p:pic>
      <p:sp>
        <p:nvSpPr>
          <p:cNvPr id="31" name="Google Shape;31;p5"/>
          <p:cNvSpPr txBox="1"/>
          <p:nvPr/>
        </p:nvSpPr>
        <p:spPr>
          <a:xfrm>
            <a:off x="7989570" y="5720715"/>
            <a:ext cx="2468880" cy="328613"/>
          </a:xfrm>
          <a:prstGeom prst="rect">
            <a:avLst/>
          </a:prstGeom>
          <a:noFill/>
          <a:ln>
            <a:noFill/>
          </a:ln>
        </p:spPr>
        <p:txBody>
          <a:bodyPr anchorCtr="0" anchor="ctr" bIns="41125" lIns="82275" spcFirstLastPara="1" rIns="82275" wrap="square" tIns="41125">
            <a:noAutofit/>
          </a:bodyPr>
          <a:lstStyle/>
          <a:p>
            <a:pPr indent="0" lvl="0" marL="0" marR="0" rtl="0" algn="r">
              <a:spcBef>
                <a:spcPts val="0"/>
              </a:spcBef>
              <a:spcAft>
                <a:spcPts val="0"/>
              </a:spcAft>
              <a:buNone/>
            </a:pPr>
            <a:fld id="{00000000-1234-1234-1234-123412341234}" type="slidenum">
              <a:rPr b="1" i="0" lang="en-US" sz="900">
                <a:solidFill>
                  <a:schemeClr val="dk1"/>
                </a:solidFill>
                <a:latin typeface="Arial"/>
                <a:ea typeface="Arial"/>
                <a:cs typeface="Arial"/>
                <a:sym typeface="Arial"/>
              </a:rPr>
              <a:t>‹#›</a:t>
            </a:fld>
            <a:endParaRPr b="1" i="0" sz="9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360">
          <p15:clr>
            <a:srgbClr val="FBAE40"/>
          </p15:clr>
        </p15:guide>
        <p15:guide id="2" orient="horz" pos="3960">
          <p15:clr>
            <a:srgbClr val="FBAE40"/>
          </p15:clr>
        </p15:guide>
        <p15:guide id="3" pos="360">
          <p15:clr>
            <a:srgbClr val="FBAE40"/>
          </p15:clr>
        </p15:guide>
        <p15:guide id="4" pos="732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imonial template">
  <p:cSld name="Testimonial template">
    <p:bg>
      <p:bgPr>
        <a:solidFill>
          <a:srgbClr val="261040"/>
        </a:solidFill>
      </p:bgPr>
    </p:bg>
    <p:spTree>
      <p:nvGrpSpPr>
        <p:cNvPr id="32" name="Shape 32"/>
        <p:cNvGrpSpPr/>
        <p:nvPr/>
      </p:nvGrpSpPr>
      <p:grpSpPr>
        <a:xfrm>
          <a:off x="0" y="0"/>
          <a:ext cx="0" cy="0"/>
          <a:chOff x="0" y="0"/>
          <a:chExt cx="0" cy="0"/>
        </a:xfrm>
      </p:grpSpPr>
      <p:sp>
        <p:nvSpPr>
          <p:cNvPr id="33" name="Google Shape;33;p6"/>
          <p:cNvSpPr txBox="1"/>
          <p:nvPr>
            <p:ph idx="12" type="sldNum"/>
          </p:nvPr>
        </p:nvSpPr>
        <p:spPr>
          <a:xfrm>
            <a:off x="10166950" y="5595860"/>
            <a:ext cx="658440" cy="472392"/>
          </a:xfrm>
          <a:prstGeom prst="rect">
            <a:avLst/>
          </a:prstGeom>
          <a:noFill/>
          <a:ln>
            <a:noFill/>
          </a:ln>
        </p:spPr>
        <p:txBody>
          <a:bodyPr anchorCtr="0" anchor="ctr" bIns="91425" lIns="91425" spcFirstLastPara="1" rIns="91425" wrap="square" tIns="91425">
            <a:normAutofit/>
          </a:bodyPr>
          <a:lstStyle>
            <a:lvl1pPr indent="0" lvl="0" marL="0" marR="0" rtl="0" algn="r">
              <a:buClr>
                <a:schemeClr val="dk1"/>
              </a:buClr>
              <a:buSzPts val="2160"/>
              <a:buFont typeface="Calibri"/>
              <a:buNone/>
              <a:defRPr sz="2160">
                <a:solidFill>
                  <a:schemeClr val="dk1"/>
                </a:solidFill>
                <a:latin typeface="Calibri"/>
                <a:ea typeface="Calibri"/>
                <a:cs typeface="Calibri"/>
                <a:sym typeface="Calibri"/>
              </a:defRPr>
            </a:lvl1pPr>
            <a:lvl2pPr indent="0" lvl="1" marL="0" marR="0" rtl="0" algn="r">
              <a:buClr>
                <a:schemeClr val="dk1"/>
              </a:buClr>
              <a:buSzPts val="2160"/>
              <a:buFont typeface="Calibri"/>
              <a:buNone/>
              <a:defRPr sz="2160">
                <a:solidFill>
                  <a:schemeClr val="dk1"/>
                </a:solidFill>
                <a:latin typeface="Calibri"/>
                <a:ea typeface="Calibri"/>
                <a:cs typeface="Calibri"/>
                <a:sym typeface="Calibri"/>
              </a:defRPr>
            </a:lvl2pPr>
            <a:lvl3pPr indent="0" lvl="2" marL="0" marR="0" rtl="0" algn="r">
              <a:buClr>
                <a:schemeClr val="dk1"/>
              </a:buClr>
              <a:buSzPts val="2160"/>
              <a:buFont typeface="Calibri"/>
              <a:buNone/>
              <a:defRPr sz="2160">
                <a:solidFill>
                  <a:schemeClr val="dk1"/>
                </a:solidFill>
                <a:latin typeface="Calibri"/>
                <a:ea typeface="Calibri"/>
                <a:cs typeface="Calibri"/>
                <a:sym typeface="Calibri"/>
              </a:defRPr>
            </a:lvl3pPr>
            <a:lvl4pPr indent="0" lvl="3" marL="0" marR="0" rtl="0" algn="r">
              <a:buClr>
                <a:schemeClr val="dk1"/>
              </a:buClr>
              <a:buSzPts val="2160"/>
              <a:buFont typeface="Calibri"/>
              <a:buNone/>
              <a:defRPr sz="2160">
                <a:solidFill>
                  <a:schemeClr val="dk1"/>
                </a:solidFill>
                <a:latin typeface="Calibri"/>
                <a:ea typeface="Calibri"/>
                <a:cs typeface="Calibri"/>
                <a:sym typeface="Calibri"/>
              </a:defRPr>
            </a:lvl4pPr>
            <a:lvl5pPr indent="0" lvl="4" marL="0" marR="0" rtl="0" algn="r">
              <a:buClr>
                <a:schemeClr val="dk1"/>
              </a:buClr>
              <a:buSzPts val="2160"/>
              <a:buFont typeface="Calibri"/>
              <a:buNone/>
              <a:defRPr sz="2160">
                <a:solidFill>
                  <a:schemeClr val="dk1"/>
                </a:solidFill>
                <a:latin typeface="Calibri"/>
                <a:ea typeface="Calibri"/>
                <a:cs typeface="Calibri"/>
                <a:sym typeface="Calibri"/>
              </a:defRPr>
            </a:lvl5pPr>
            <a:lvl6pPr indent="0" lvl="5" marL="0" marR="0" rtl="0" algn="r">
              <a:buClr>
                <a:schemeClr val="dk1"/>
              </a:buClr>
              <a:buSzPts val="2160"/>
              <a:buFont typeface="Calibri"/>
              <a:buNone/>
              <a:defRPr sz="2160">
                <a:solidFill>
                  <a:schemeClr val="dk1"/>
                </a:solidFill>
                <a:latin typeface="Calibri"/>
                <a:ea typeface="Calibri"/>
                <a:cs typeface="Calibri"/>
                <a:sym typeface="Calibri"/>
              </a:defRPr>
            </a:lvl6pPr>
            <a:lvl7pPr indent="0" lvl="6" marL="0" marR="0" rtl="0" algn="r">
              <a:buClr>
                <a:schemeClr val="dk1"/>
              </a:buClr>
              <a:buSzPts val="2160"/>
              <a:buFont typeface="Calibri"/>
              <a:buNone/>
              <a:defRPr sz="2160">
                <a:solidFill>
                  <a:schemeClr val="dk1"/>
                </a:solidFill>
                <a:latin typeface="Calibri"/>
                <a:ea typeface="Calibri"/>
                <a:cs typeface="Calibri"/>
                <a:sym typeface="Calibri"/>
              </a:defRPr>
            </a:lvl7pPr>
            <a:lvl8pPr indent="0" lvl="7" marL="0" marR="0" rtl="0" algn="r">
              <a:buClr>
                <a:schemeClr val="dk1"/>
              </a:buClr>
              <a:buSzPts val="2160"/>
              <a:buFont typeface="Calibri"/>
              <a:buNone/>
              <a:defRPr sz="2160">
                <a:solidFill>
                  <a:schemeClr val="dk1"/>
                </a:solidFill>
                <a:latin typeface="Calibri"/>
                <a:ea typeface="Calibri"/>
                <a:cs typeface="Calibri"/>
                <a:sym typeface="Calibri"/>
              </a:defRPr>
            </a:lvl8pPr>
            <a:lvl9pPr indent="0" lvl="8" marL="0" marR="0" rtl="0" algn="r">
              <a:buClr>
                <a:schemeClr val="dk1"/>
              </a:buClr>
              <a:buSzPts val="2160"/>
              <a:buFont typeface="Calibri"/>
              <a:buNone/>
              <a:defRPr sz="2160">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grpSp>
        <p:nvGrpSpPr>
          <p:cNvPr id="34" name="Google Shape;34;p6"/>
          <p:cNvGrpSpPr/>
          <p:nvPr/>
        </p:nvGrpSpPr>
        <p:grpSpPr>
          <a:xfrm>
            <a:off x="734148" y="1994895"/>
            <a:ext cx="2366378" cy="2366793"/>
            <a:chOff x="2721005" y="-105350"/>
            <a:chExt cx="6088500" cy="6088500"/>
          </a:xfrm>
        </p:grpSpPr>
        <p:sp>
          <p:nvSpPr>
            <p:cNvPr id="35" name="Google Shape;35;p6"/>
            <p:cNvSpPr/>
            <p:nvPr/>
          </p:nvSpPr>
          <p:spPr>
            <a:xfrm>
              <a:off x="2986730" y="160376"/>
              <a:ext cx="5557200" cy="55572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944"/>
                <a:buFont typeface="Calibri"/>
                <a:buNone/>
              </a:pPr>
              <a:r>
                <a:t/>
              </a:r>
              <a:endParaRPr sz="1944">
                <a:solidFill>
                  <a:schemeClr val="dk1"/>
                </a:solidFill>
                <a:latin typeface="Calibri"/>
                <a:ea typeface="Calibri"/>
                <a:cs typeface="Calibri"/>
                <a:sym typeface="Calibri"/>
              </a:endParaRPr>
            </a:p>
          </p:txBody>
        </p:sp>
        <p:sp>
          <p:nvSpPr>
            <p:cNvPr id="36" name="Google Shape;36;p6"/>
            <p:cNvSpPr/>
            <p:nvPr/>
          </p:nvSpPr>
          <p:spPr>
            <a:xfrm>
              <a:off x="2721005" y="-105350"/>
              <a:ext cx="6088500" cy="6088500"/>
            </a:xfrm>
            <a:prstGeom prst="ellipse">
              <a:avLst/>
            </a:prstGeom>
            <a:noFill/>
            <a:ln cap="flat" cmpd="sng" w="9525">
              <a:solidFill>
                <a:srgbClr val="845BA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944"/>
                <a:buFont typeface="Calibri"/>
                <a:buNone/>
              </a:pPr>
              <a:r>
                <a:t/>
              </a:r>
              <a:endParaRPr sz="1944">
                <a:solidFill>
                  <a:schemeClr val="dk1"/>
                </a:solidFill>
                <a:latin typeface="Calibri"/>
                <a:ea typeface="Calibri"/>
                <a:cs typeface="Calibri"/>
                <a:sym typeface="Calibri"/>
              </a:endParaRPr>
            </a:p>
          </p:txBody>
        </p:sp>
      </p:grpSp>
      <p:grpSp>
        <p:nvGrpSpPr>
          <p:cNvPr id="37" name="Google Shape;37;p6"/>
          <p:cNvGrpSpPr/>
          <p:nvPr/>
        </p:nvGrpSpPr>
        <p:grpSpPr>
          <a:xfrm>
            <a:off x="4311280" y="1994895"/>
            <a:ext cx="2366378" cy="2366793"/>
            <a:chOff x="2721005" y="-105350"/>
            <a:chExt cx="6088500" cy="6088500"/>
          </a:xfrm>
        </p:grpSpPr>
        <p:sp>
          <p:nvSpPr>
            <p:cNvPr id="38" name="Google Shape;38;p6"/>
            <p:cNvSpPr/>
            <p:nvPr/>
          </p:nvSpPr>
          <p:spPr>
            <a:xfrm>
              <a:off x="2986731" y="160377"/>
              <a:ext cx="5557200" cy="55572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944"/>
                <a:buFont typeface="Calibri"/>
                <a:buNone/>
              </a:pPr>
              <a:r>
                <a:t/>
              </a:r>
              <a:endParaRPr sz="1944">
                <a:solidFill>
                  <a:schemeClr val="dk1"/>
                </a:solidFill>
                <a:latin typeface="Calibri"/>
                <a:ea typeface="Calibri"/>
                <a:cs typeface="Calibri"/>
                <a:sym typeface="Calibri"/>
              </a:endParaRPr>
            </a:p>
          </p:txBody>
        </p:sp>
        <p:sp>
          <p:nvSpPr>
            <p:cNvPr id="39" name="Google Shape;39;p6"/>
            <p:cNvSpPr/>
            <p:nvPr/>
          </p:nvSpPr>
          <p:spPr>
            <a:xfrm>
              <a:off x="2721005" y="-105350"/>
              <a:ext cx="6088500" cy="6088500"/>
            </a:xfrm>
            <a:prstGeom prst="ellipse">
              <a:avLst/>
            </a:prstGeom>
            <a:noFill/>
            <a:ln cap="flat" cmpd="sng" w="9525">
              <a:solidFill>
                <a:srgbClr val="845BA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944"/>
                <a:buFont typeface="Calibri"/>
                <a:buNone/>
              </a:pPr>
              <a:r>
                <a:t/>
              </a:r>
              <a:endParaRPr sz="1944">
                <a:solidFill>
                  <a:schemeClr val="dk1"/>
                </a:solidFill>
                <a:latin typeface="Calibri"/>
                <a:ea typeface="Calibri"/>
                <a:cs typeface="Calibri"/>
                <a:sym typeface="Calibri"/>
              </a:endParaRPr>
            </a:p>
          </p:txBody>
        </p:sp>
      </p:grpSp>
      <p:grpSp>
        <p:nvGrpSpPr>
          <p:cNvPr id="40" name="Google Shape;40;p6"/>
          <p:cNvGrpSpPr/>
          <p:nvPr/>
        </p:nvGrpSpPr>
        <p:grpSpPr>
          <a:xfrm>
            <a:off x="7888413" y="1994895"/>
            <a:ext cx="2366378" cy="2366793"/>
            <a:chOff x="2721005" y="-105350"/>
            <a:chExt cx="6088500" cy="6088500"/>
          </a:xfrm>
        </p:grpSpPr>
        <p:sp>
          <p:nvSpPr>
            <p:cNvPr id="41" name="Google Shape;41;p6"/>
            <p:cNvSpPr/>
            <p:nvPr/>
          </p:nvSpPr>
          <p:spPr>
            <a:xfrm>
              <a:off x="2986731" y="160377"/>
              <a:ext cx="5557200" cy="55572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944"/>
                <a:buFont typeface="Calibri"/>
                <a:buNone/>
              </a:pPr>
              <a:r>
                <a:t/>
              </a:r>
              <a:endParaRPr sz="1944">
                <a:solidFill>
                  <a:schemeClr val="dk1"/>
                </a:solidFill>
                <a:latin typeface="Calibri"/>
                <a:ea typeface="Calibri"/>
                <a:cs typeface="Calibri"/>
                <a:sym typeface="Calibri"/>
              </a:endParaRPr>
            </a:p>
          </p:txBody>
        </p:sp>
        <p:sp>
          <p:nvSpPr>
            <p:cNvPr id="42" name="Google Shape;42;p6"/>
            <p:cNvSpPr/>
            <p:nvPr/>
          </p:nvSpPr>
          <p:spPr>
            <a:xfrm>
              <a:off x="2721005" y="-105350"/>
              <a:ext cx="6088500" cy="6088500"/>
            </a:xfrm>
            <a:prstGeom prst="ellipse">
              <a:avLst/>
            </a:prstGeom>
            <a:noFill/>
            <a:ln cap="flat" cmpd="sng" w="9525">
              <a:solidFill>
                <a:srgbClr val="845BA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944"/>
                <a:buFont typeface="Calibri"/>
                <a:buNone/>
              </a:pPr>
              <a:r>
                <a:t/>
              </a:r>
              <a:endParaRPr sz="1944">
                <a:solidFill>
                  <a:schemeClr val="dk1"/>
                </a:solidFill>
                <a:latin typeface="Calibri"/>
                <a:ea typeface="Calibri"/>
                <a:cs typeface="Calibri"/>
                <a:sym typeface="Calibri"/>
              </a:endParaRPr>
            </a:p>
          </p:txBody>
        </p:sp>
      </p:grpSp>
      <p:sp>
        <p:nvSpPr>
          <p:cNvPr id="43" name="Google Shape;43;p6"/>
          <p:cNvSpPr txBox="1"/>
          <p:nvPr>
            <p:ph type="title"/>
          </p:nvPr>
        </p:nvSpPr>
        <p:spPr>
          <a:xfrm>
            <a:off x="374040" y="674186"/>
            <a:ext cx="10224720" cy="687204"/>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rgbClr val="F9FBFB"/>
              </a:buClr>
              <a:buSzPts val="2800"/>
              <a:buFont typeface="Arial"/>
              <a:buNone/>
              <a:defRPr>
                <a:solidFill>
                  <a:srgbClr val="F9FBFB"/>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4" name="Google Shape;44;p6"/>
          <p:cNvSpPr txBox="1"/>
          <p:nvPr>
            <p:ph idx="1" type="body"/>
          </p:nvPr>
        </p:nvSpPr>
        <p:spPr>
          <a:xfrm>
            <a:off x="734148" y="4543830"/>
            <a:ext cx="2366378" cy="948793"/>
          </a:xfrm>
          <a:prstGeom prst="rect">
            <a:avLst/>
          </a:prstGeom>
          <a:noFill/>
          <a:ln>
            <a:noFill/>
          </a:ln>
        </p:spPr>
        <p:txBody>
          <a:bodyPr anchorCtr="0" anchor="t" bIns="91425" lIns="91425" spcFirstLastPara="1" rIns="91425" wrap="square" tIns="91425">
            <a:normAutofit/>
          </a:bodyPr>
          <a:lstStyle>
            <a:lvl1pPr indent="-228600" lvl="0" marL="457200" algn="l">
              <a:lnSpc>
                <a:spcPct val="90000"/>
              </a:lnSpc>
              <a:spcBef>
                <a:spcPts val="0"/>
              </a:spcBef>
              <a:spcAft>
                <a:spcPts val="0"/>
              </a:spcAft>
              <a:buClr>
                <a:schemeClr val="accent5"/>
              </a:buClr>
              <a:buSzPts val="1800"/>
              <a:buNone/>
              <a:defRPr b="1" sz="1512">
                <a:solidFill>
                  <a:schemeClr val="accent5"/>
                </a:solidFill>
              </a:defRPr>
            </a:lvl1pPr>
            <a:lvl2pPr indent="-317500" lvl="1" marL="914400" algn="l">
              <a:lnSpc>
                <a:spcPct val="90000"/>
              </a:lnSpc>
              <a:spcBef>
                <a:spcPts val="0"/>
              </a:spcBef>
              <a:spcAft>
                <a:spcPts val="0"/>
              </a:spcAft>
              <a:buClr>
                <a:schemeClr val="accent5"/>
              </a:buClr>
              <a:buSzPts val="1400"/>
              <a:buChar char="○"/>
              <a:defRPr>
                <a:solidFill>
                  <a:schemeClr val="accent5"/>
                </a:solidFill>
              </a:defRPr>
            </a:lvl2pPr>
            <a:lvl3pPr indent="-355600" lvl="2" marL="1371600" algn="l">
              <a:lnSpc>
                <a:spcPct val="90000"/>
              </a:lnSpc>
              <a:spcBef>
                <a:spcPts val="0"/>
              </a:spcBef>
              <a:spcAft>
                <a:spcPts val="0"/>
              </a:spcAft>
              <a:buSzPts val="2000"/>
              <a:buChar char="■"/>
              <a:defRPr sz="2160"/>
            </a:lvl3pPr>
            <a:lvl4pPr indent="-317500" lvl="3" marL="1828800" algn="l">
              <a:lnSpc>
                <a:spcPct val="90000"/>
              </a:lnSpc>
              <a:spcBef>
                <a:spcPts val="0"/>
              </a:spcBef>
              <a:spcAft>
                <a:spcPts val="0"/>
              </a:spcAft>
              <a:buSzPts val="1400"/>
              <a:buChar char="●"/>
              <a:defRPr/>
            </a:lvl4pPr>
            <a:lvl5pPr indent="-317500" lvl="4" marL="2286000" algn="l">
              <a:lnSpc>
                <a:spcPct val="90000"/>
              </a:lnSpc>
              <a:spcBef>
                <a:spcPts val="0"/>
              </a:spcBef>
              <a:spcAft>
                <a:spcPts val="0"/>
              </a:spcAft>
              <a:buSzPts val="1400"/>
              <a:buChar char="○"/>
              <a:defRPr/>
            </a:lvl5pPr>
            <a:lvl6pPr indent="-317500" lvl="5" marL="2743200" algn="l">
              <a:lnSpc>
                <a:spcPct val="90000"/>
              </a:lnSpc>
              <a:spcBef>
                <a:spcPts val="0"/>
              </a:spcBef>
              <a:spcAft>
                <a:spcPts val="0"/>
              </a:spcAft>
              <a:buClr>
                <a:schemeClr val="dk1"/>
              </a:buClr>
              <a:buSzPts val="1400"/>
              <a:buChar char="■"/>
              <a:defRPr/>
            </a:lvl6pPr>
            <a:lvl7pPr indent="-317500" lvl="6" marL="3200400" algn="l">
              <a:lnSpc>
                <a:spcPct val="90000"/>
              </a:lnSpc>
              <a:spcBef>
                <a:spcPts val="0"/>
              </a:spcBef>
              <a:spcAft>
                <a:spcPts val="0"/>
              </a:spcAft>
              <a:buClr>
                <a:schemeClr val="dk1"/>
              </a:buClr>
              <a:buSzPts val="1400"/>
              <a:buChar char="●"/>
              <a:defRPr/>
            </a:lvl7pPr>
            <a:lvl8pPr indent="-317500" lvl="7" marL="3657600" algn="l">
              <a:lnSpc>
                <a:spcPct val="90000"/>
              </a:lnSpc>
              <a:spcBef>
                <a:spcPts val="0"/>
              </a:spcBef>
              <a:spcAft>
                <a:spcPts val="0"/>
              </a:spcAft>
              <a:buClr>
                <a:schemeClr val="dk1"/>
              </a:buClr>
              <a:buSzPts val="1400"/>
              <a:buChar char="○"/>
              <a:defRPr/>
            </a:lvl8pPr>
            <a:lvl9pPr indent="-317500" lvl="8" marL="4114800" algn="l">
              <a:lnSpc>
                <a:spcPct val="90000"/>
              </a:lnSpc>
              <a:spcBef>
                <a:spcPts val="0"/>
              </a:spcBef>
              <a:spcAft>
                <a:spcPts val="0"/>
              </a:spcAft>
              <a:buClr>
                <a:schemeClr val="dk1"/>
              </a:buClr>
              <a:buSzPts val="1400"/>
              <a:buChar char="■"/>
              <a:defRPr/>
            </a:lvl9pPr>
          </a:lstStyle>
          <a:p/>
        </p:txBody>
      </p:sp>
      <p:sp>
        <p:nvSpPr>
          <p:cNvPr id="45" name="Google Shape;45;p6"/>
          <p:cNvSpPr txBox="1"/>
          <p:nvPr>
            <p:ph idx="2" type="body"/>
          </p:nvPr>
        </p:nvSpPr>
        <p:spPr>
          <a:xfrm>
            <a:off x="4311280" y="4543830"/>
            <a:ext cx="2366378" cy="948793"/>
          </a:xfrm>
          <a:prstGeom prst="rect">
            <a:avLst/>
          </a:prstGeom>
          <a:noFill/>
          <a:ln>
            <a:noFill/>
          </a:ln>
        </p:spPr>
        <p:txBody>
          <a:bodyPr anchorCtr="0" anchor="t" bIns="91425" lIns="91425" spcFirstLastPara="1" rIns="91425" wrap="square" tIns="91425">
            <a:normAutofit/>
          </a:bodyPr>
          <a:lstStyle>
            <a:lvl1pPr indent="-228600" lvl="0" marL="457200" algn="l">
              <a:lnSpc>
                <a:spcPct val="90000"/>
              </a:lnSpc>
              <a:spcBef>
                <a:spcPts val="0"/>
              </a:spcBef>
              <a:spcAft>
                <a:spcPts val="0"/>
              </a:spcAft>
              <a:buClr>
                <a:schemeClr val="accent5"/>
              </a:buClr>
              <a:buSzPts val="1800"/>
              <a:buNone/>
              <a:defRPr b="1" sz="1512">
                <a:solidFill>
                  <a:schemeClr val="accent5"/>
                </a:solidFill>
              </a:defRPr>
            </a:lvl1pPr>
            <a:lvl2pPr indent="-317500" lvl="1" marL="914400" algn="l">
              <a:lnSpc>
                <a:spcPct val="90000"/>
              </a:lnSpc>
              <a:spcBef>
                <a:spcPts val="0"/>
              </a:spcBef>
              <a:spcAft>
                <a:spcPts val="0"/>
              </a:spcAft>
              <a:buClr>
                <a:schemeClr val="accent5"/>
              </a:buClr>
              <a:buSzPts val="1400"/>
              <a:buChar char="○"/>
              <a:defRPr>
                <a:solidFill>
                  <a:schemeClr val="accent5"/>
                </a:solidFill>
              </a:defRPr>
            </a:lvl2pPr>
            <a:lvl3pPr indent="-355600" lvl="2" marL="1371600" algn="l">
              <a:lnSpc>
                <a:spcPct val="90000"/>
              </a:lnSpc>
              <a:spcBef>
                <a:spcPts val="0"/>
              </a:spcBef>
              <a:spcAft>
                <a:spcPts val="0"/>
              </a:spcAft>
              <a:buSzPts val="2000"/>
              <a:buChar char="■"/>
              <a:defRPr sz="2160"/>
            </a:lvl3pPr>
            <a:lvl4pPr indent="-317500" lvl="3" marL="1828800" algn="l">
              <a:lnSpc>
                <a:spcPct val="90000"/>
              </a:lnSpc>
              <a:spcBef>
                <a:spcPts val="0"/>
              </a:spcBef>
              <a:spcAft>
                <a:spcPts val="0"/>
              </a:spcAft>
              <a:buSzPts val="1400"/>
              <a:buChar char="●"/>
              <a:defRPr/>
            </a:lvl4pPr>
            <a:lvl5pPr indent="-317500" lvl="4" marL="2286000" algn="l">
              <a:lnSpc>
                <a:spcPct val="90000"/>
              </a:lnSpc>
              <a:spcBef>
                <a:spcPts val="0"/>
              </a:spcBef>
              <a:spcAft>
                <a:spcPts val="0"/>
              </a:spcAft>
              <a:buSzPts val="1400"/>
              <a:buChar char="○"/>
              <a:defRPr/>
            </a:lvl5pPr>
            <a:lvl6pPr indent="-317500" lvl="5" marL="2743200" algn="l">
              <a:lnSpc>
                <a:spcPct val="90000"/>
              </a:lnSpc>
              <a:spcBef>
                <a:spcPts val="0"/>
              </a:spcBef>
              <a:spcAft>
                <a:spcPts val="0"/>
              </a:spcAft>
              <a:buClr>
                <a:schemeClr val="dk1"/>
              </a:buClr>
              <a:buSzPts val="1400"/>
              <a:buChar char="■"/>
              <a:defRPr/>
            </a:lvl6pPr>
            <a:lvl7pPr indent="-317500" lvl="6" marL="3200400" algn="l">
              <a:lnSpc>
                <a:spcPct val="90000"/>
              </a:lnSpc>
              <a:spcBef>
                <a:spcPts val="0"/>
              </a:spcBef>
              <a:spcAft>
                <a:spcPts val="0"/>
              </a:spcAft>
              <a:buClr>
                <a:schemeClr val="dk1"/>
              </a:buClr>
              <a:buSzPts val="1400"/>
              <a:buChar char="●"/>
              <a:defRPr/>
            </a:lvl7pPr>
            <a:lvl8pPr indent="-317500" lvl="7" marL="3657600" algn="l">
              <a:lnSpc>
                <a:spcPct val="90000"/>
              </a:lnSpc>
              <a:spcBef>
                <a:spcPts val="0"/>
              </a:spcBef>
              <a:spcAft>
                <a:spcPts val="0"/>
              </a:spcAft>
              <a:buClr>
                <a:schemeClr val="dk1"/>
              </a:buClr>
              <a:buSzPts val="1400"/>
              <a:buChar char="○"/>
              <a:defRPr/>
            </a:lvl8pPr>
            <a:lvl9pPr indent="-317500" lvl="8" marL="4114800" algn="l">
              <a:lnSpc>
                <a:spcPct val="90000"/>
              </a:lnSpc>
              <a:spcBef>
                <a:spcPts val="0"/>
              </a:spcBef>
              <a:spcAft>
                <a:spcPts val="0"/>
              </a:spcAft>
              <a:buClr>
                <a:schemeClr val="dk1"/>
              </a:buClr>
              <a:buSzPts val="1400"/>
              <a:buChar char="■"/>
              <a:defRPr/>
            </a:lvl9pPr>
          </a:lstStyle>
          <a:p/>
        </p:txBody>
      </p:sp>
      <p:sp>
        <p:nvSpPr>
          <p:cNvPr id="46" name="Google Shape;46;p6"/>
          <p:cNvSpPr txBox="1"/>
          <p:nvPr>
            <p:ph idx="3" type="body"/>
          </p:nvPr>
        </p:nvSpPr>
        <p:spPr>
          <a:xfrm>
            <a:off x="7888413" y="4543830"/>
            <a:ext cx="2366378" cy="948793"/>
          </a:xfrm>
          <a:prstGeom prst="rect">
            <a:avLst/>
          </a:prstGeom>
          <a:noFill/>
          <a:ln>
            <a:noFill/>
          </a:ln>
        </p:spPr>
        <p:txBody>
          <a:bodyPr anchorCtr="0" anchor="t" bIns="91425" lIns="91425" spcFirstLastPara="1" rIns="91425" wrap="square" tIns="91425">
            <a:normAutofit/>
          </a:bodyPr>
          <a:lstStyle>
            <a:lvl1pPr indent="-228600" lvl="0" marL="457200" algn="l">
              <a:lnSpc>
                <a:spcPct val="90000"/>
              </a:lnSpc>
              <a:spcBef>
                <a:spcPts val="0"/>
              </a:spcBef>
              <a:spcAft>
                <a:spcPts val="0"/>
              </a:spcAft>
              <a:buClr>
                <a:schemeClr val="accent5"/>
              </a:buClr>
              <a:buSzPts val="1800"/>
              <a:buNone/>
              <a:defRPr b="1" sz="1512">
                <a:solidFill>
                  <a:schemeClr val="accent5"/>
                </a:solidFill>
              </a:defRPr>
            </a:lvl1pPr>
            <a:lvl2pPr indent="-317500" lvl="1" marL="914400" algn="l">
              <a:lnSpc>
                <a:spcPct val="90000"/>
              </a:lnSpc>
              <a:spcBef>
                <a:spcPts val="0"/>
              </a:spcBef>
              <a:spcAft>
                <a:spcPts val="0"/>
              </a:spcAft>
              <a:buClr>
                <a:schemeClr val="accent5"/>
              </a:buClr>
              <a:buSzPts val="1400"/>
              <a:buChar char="○"/>
              <a:defRPr>
                <a:solidFill>
                  <a:schemeClr val="accent5"/>
                </a:solidFill>
              </a:defRPr>
            </a:lvl2pPr>
            <a:lvl3pPr indent="-355600" lvl="2" marL="1371600" algn="l">
              <a:lnSpc>
                <a:spcPct val="90000"/>
              </a:lnSpc>
              <a:spcBef>
                <a:spcPts val="0"/>
              </a:spcBef>
              <a:spcAft>
                <a:spcPts val="0"/>
              </a:spcAft>
              <a:buSzPts val="2000"/>
              <a:buChar char="■"/>
              <a:defRPr sz="2160"/>
            </a:lvl3pPr>
            <a:lvl4pPr indent="-317500" lvl="3" marL="1828800" algn="l">
              <a:lnSpc>
                <a:spcPct val="90000"/>
              </a:lnSpc>
              <a:spcBef>
                <a:spcPts val="0"/>
              </a:spcBef>
              <a:spcAft>
                <a:spcPts val="0"/>
              </a:spcAft>
              <a:buSzPts val="1400"/>
              <a:buChar char="●"/>
              <a:defRPr/>
            </a:lvl4pPr>
            <a:lvl5pPr indent="-317500" lvl="4" marL="2286000" algn="l">
              <a:lnSpc>
                <a:spcPct val="90000"/>
              </a:lnSpc>
              <a:spcBef>
                <a:spcPts val="0"/>
              </a:spcBef>
              <a:spcAft>
                <a:spcPts val="0"/>
              </a:spcAft>
              <a:buSzPts val="1400"/>
              <a:buChar char="○"/>
              <a:defRPr/>
            </a:lvl5pPr>
            <a:lvl6pPr indent="-317500" lvl="5" marL="2743200" algn="l">
              <a:lnSpc>
                <a:spcPct val="90000"/>
              </a:lnSpc>
              <a:spcBef>
                <a:spcPts val="0"/>
              </a:spcBef>
              <a:spcAft>
                <a:spcPts val="0"/>
              </a:spcAft>
              <a:buClr>
                <a:schemeClr val="dk1"/>
              </a:buClr>
              <a:buSzPts val="1400"/>
              <a:buChar char="■"/>
              <a:defRPr/>
            </a:lvl6pPr>
            <a:lvl7pPr indent="-317500" lvl="6" marL="3200400" algn="l">
              <a:lnSpc>
                <a:spcPct val="90000"/>
              </a:lnSpc>
              <a:spcBef>
                <a:spcPts val="0"/>
              </a:spcBef>
              <a:spcAft>
                <a:spcPts val="0"/>
              </a:spcAft>
              <a:buClr>
                <a:schemeClr val="dk1"/>
              </a:buClr>
              <a:buSzPts val="1400"/>
              <a:buChar char="●"/>
              <a:defRPr/>
            </a:lvl7pPr>
            <a:lvl8pPr indent="-317500" lvl="7" marL="3657600" algn="l">
              <a:lnSpc>
                <a:spcPct val="90000"/>
              </a:lnSpc>
              <a:spcBef>
                <a:spcPts val="0"/>
              </a:spcBef>
              <a:spcAft>
                <a:spcPts val="0"/>
              </a:spcAft>
              <a:buClr>
                <a:schemeClr val="dk1"/>
              </a:buClr>
              <a:buSzPts val="1400"/>
              <a:buChar char="○"/>
              <a:defRPr/>
            </a:lvl8pPr>
            <a:lvl9pPr indent="-317500" lvl="8" marL="4114800" algn="l">
              <a:lnSpc>
                <a:spcPct val="90000"/>
              </a:lnSpc>
              <a:spcBef>
                <a:spcPts val="0"/>
              </a:spcBef>
              <a:spcAft>
                <a:spcPts val="0"/>
              </a:spcAft>
              <a:buClr>
                <a:schemeClr val="dk1"/>
              </a:buClr>
              <a:buSzPts val="1400"/>
              <a:buChar char="■"/>
              <a:defRPr/>
            </a:lvl9pPr>
          </a:lstStyle>
          <a:p/>
        </p:txBody>
      </p:sp>
      <p:sp>
        <p:nvSpPr>
          <p:cNvPr id="47" name="Google Shape;47;p6"/>
          <p:cNvSpPr txBox="1"/>
          <p:nvPr>
            <p:ph idx="4" type="body"/>
          </p:nvPr>
        </p:nvSpPr>
        <p:spPr>
          <a:xfrm>
            <a:off x="1182670" y="2701446"/>
            <a:ext cx="1469334" cy="948793"/>
          </a:xfrm>
          <a:prstGeom prst="rect">
            <a:avLst/>
          </a:prstGeom>
          <a:noFill/>
          <a:ln>
            <a:noFill/>
          </a:ln>
        </p:spPr>
        <p:txBody>
          <a:bodyPr anchorCtr="0" anchor="t" bIns="91425" lIns="91425" spcFirstLastPara="1" rIns="91425" wrap="square" tIns="91425">
            <a:normAutofit/>
          </a:bodyPr>
          <a:lstStyle>
            <a:lvl1pPr indent="-228600" lvl="0" marL="457200" algn="ctr">
              <a:lnSpc>
                <a:spcPct val="90000"/>
              </a:lnSpc>
              <a:spcBef>
                <a:spcPts val="0"/>
              </a:spcBef>
              <a:spcAft>
                <a:spcPts val="0"/>
              </a:spcAft>
              <a:buClr>
                <a:schemeClr val="accent5"/>
              </a:buClr>
              <a:buSzPts val="1800"/>
              <a:buNone/>
              <a:defRPr b="1" sz="1512">
                <a:solidFill>
                  <a:srgbClr val="FF350F"/>
                </a:solidFill>
              </a:defRPr>
            </a:lvl1pPr>
            <a:lvl2pPr indent="-317500" lvl="1" marL="914400" algn="l">
              <a:lnSpc>
                <a:spcPct val="90000"/>
              </a:lnSpc>
              <a:spcBef>
                <a:spcPts val="0"/>
              </a:spcBef>
              <a:spcAft>
                <a:spcPts val="0"/>
              </a:spcAft>
              <a:buClr>
                <a:schemeClr val="accent5"/>
              </a:buClr>
              <a:buSzPts val="1400"/>
              <a:buChar char="○"/>
              <a:defRPr>
                <a:solidFill>
                  <a:schemeClr val="accent5"/>
                </a:solidFill>
              </a:defRPr>
            </a:lvl2pPr>
            <a:lvl3pPr indent="-355600" lvl="2" marL="1371600" algn="l">
              <a:lnSpc>
                <a:spcPct val="90000"/>
              </a:lnSpc>
              <a:spcBef>
                <a:spcPts val="0"/>
              </a:spcBef>
              <a:spcAft>
                <a:spcPts val="0"/>
              </a:spcAft>
              <a:buSzPts val="2000"/>
              <a:buChar char="■"/>
              <a:defRPr sz="2160"/>
            </a:lvl3pPr>
            <a:lvl4pPr indent="-317500" lvl="3" marL="1828800" algn="l">
              <a:lnSpc>
                <a:spcPct val="90000"/>
              </a:lnSpc>
              <a:spcBef>
                <a:spcPts val="0"/>
              </a:spcBef>
              <a:spcAft>
                <a:spcPts val="0"/>
              </a:spcAft>
              <a:buSzPts val="1400"/>
              <a:buChar char="●"/>
              <a:defRPr/>
            </a:lvl4pPr>
            <a:lvl5pPr indent="-317500" lvl="4" marL="2286000" algn="l">
              <a:lnSpc>
                <a:spcPct val="90000"/>
              </a:lnSpc>
              <a:spcBef>
                <a:spcPts val="0"/>
              </a:spcBef>
              <a:spcAft>
                <a:spcPts val="0"/>
              </a:spcAft>
              <a:buSzPts val="1400"/>
              <a:buChar char="○"/>
              <a:defRPr/>
            </a:lvl5pPr>
            <a:lvl6pPr indent="-317500" lvl="5" marL="2743200" algn="l">
              <a:lnSpc>
                <a:spcPct val="90000"/>
              </a:lnSpc>
              <a:spcBef>
                <a:spcPts val="0"/>
              </a:spcBef>
              <a:spcAft>
                <a:spcPts val="0"/>
              </a:spcAft>
              <a:buClr>
                <a:schemeClr val="dk1"/>
              </a:buClr>
              <a:buSzPts val="1400"/>
              <a:buChar char="■"/>
              <a:defRPr/>
            </a:lvl6pPr>
            <a:lvl7pPr indent="-317500" lvl="6" marL="3200400" algn="l">
              <a:lnSpc>
                <a:spcPct val="90000"/>
              </a:lnSpc>
              <a:spcBef>
                <a:spcPts val="0"/>
              </a:spcBef>
              <a:spcAft>
                <a:spcPts val="0"/>
              </a:spcAft>
              <a:buClr>
                <a:schemeClr val="dk1"/>
              </a:buClr>
              <a:buSzPts val="1400"/>
              <a:buChar char="●"/>
              <a:defRPr/>
            </a:lvl7pPr>
            <a:lvl8pPr indent="-317500" lvl="7" marL="3657600" algn="l">
              <a:lnSpc>
                <a:spcPct val="90000"/>
              </a:lnSpc>
              <a:spcBef>
                <a:spcPts val="0"/>
              </a:spcBef>
              <a:spcAft>
                <a:spcPts val="0"/>
              </a:spcAft>
              <a:buClr>
                <a:schemeClr val="dk1"/>
              </a:buClr>
              <a:buSzPts val="1400"/>
              <a:buChar char="○"/>
              <a:defRPr/>
            </a:lvl8pPr>
            <a:lvl9pPr indent="-317500" lvl="8" marL="4114800" algn="l">
              <a:lnSpc>
                <a:spcPct val="90000"/>
              </a:lnSpc>
              <a:spcBef>
                <a:spcPts val="0"/>
              </a:spcBef>
              <a:spcAft>
                <a:spcPts val="0"/>
              </a:spcAft>
              <a:buClr>
                <a:schemeClr val="dk1"/>
              </a:buClr>
              <a:buSzPts val="1400"/>
              <a:buChar char="■"/>
              <a:defRPr/>
            </a:lvl9pPr>
          </a:lstStyle>
          <a:p/>
        </p:txBody>
      </p:sp>
      <p:sp>
        <p:nvSpPr>
          <p:cNvPr id="48" name="Google Shape;48;p6"/>
          <p:cNvSpPr txBox="1"/>
          <p:nvPr>
            <p:ph idx="5" type="body"/>
          </p:nvPr>
        </p:nvSpPr>
        <p:spPr>
          <a:xfrm>
            <a:off x="4759802" y="2701446"/>
            <a:ext cx="1469334" cy="948793"/>
          </a:xfrm>
          <a:prstGeom prst="rect">
            <a:avLst/>
          </a:prstGeom>
          <a:noFill/>
          <a:ln>
            <a:noFill/>
          </a:ln>
        </p:spPr>
        <p:txBody>
          <a:bodyPr anchorCtr="0" anchor="t" bIns="91425" lIns="91425" spcFirstLastPara="1" rIns="91425" wrap="square" tIns="91425">
            <a:normAutofit/>
          </a:bodyPr>
          <a:lstStyle>
            <a:lvl1pPr indent="-228600" lvl="0" marL="457200" algn="ctr">
              <a:lnSpc>
                <a:spcPct val="90000"/>
              </a:lnSpc>
              <a:spcBef>
                <a:spcPts val="0"/>
              </a:spcBef>
              <a:spcAft>
                <a:spcPts val="0"/>
              </a:spcAft>
              <a:buClr>
                <a:schemeClr val="accent5"/>
              </a:buClr>
              <a:buSzPts val="1800"/>
              <a:buNone/>
              <a:defRPr b="1" sz="1512">
                <a:solidFill>
                  <a:srgbClr val="FF350F"/>
                </a:solidFill>
              </a:defRPr>
            </a:lvl1pPr>
            <a:lvl2pPr indent="-317500" lvl="1" marL="914400" algn="l">
              <a:lnSpc>
                <a:spcPct val="90000"/>
              </a:lnSpc>
              <a:spcBef>
                <a:spcPts val="0"/>
              </a:spcBef>
              <a:spcAft>
                <a:spcPts val="0"/>
              </a:spcAft>
              <a:buClr>
                <a:schemeClr val="accent5"/>
              </a:buClr>
              <a:buSzPts val="1400"/>
              <a:buChar char="○"/>
              <a:defRPr>
                <a:solidFill>
                  <a:schemeClr val="accent5"/>
                </a:solidFill>
              </a:defRPr>
            </a:lvl2pPr>
            <a:lvl3pPr indent="-355600" lvl="2" marL="1371600" algn="l">
              <a:lnSpc>
                <a:spcPct val="90000"/>
              </a:lnSpc>
              <a:spcBef>
                <a:spcPts val="0"/>
              </a:spcBef>
              <a:spcAft>
                <a:spcPts val="0"/>
              </a:spcAft>
              <a:buSzPts val="2000"/>
              <a:buChar char="■"/>
              <a:defRPr sz="2160"/>
            </a:lvl3pPr>
            <a:lvl4pPr indent="-317500" lvl="3" marL="1828800" algn="l">
              <a:lnSpc>
                <a:spcPct val="90000"/>
              </a:lnSpc>
              <a:spcBef>
                <a:spcPts val="0"/>
              </a:spcBef>
              <a:spcAft>
                <a:spcPts val="0"/>
              </a:spcAft>
              <a:buSzPts val="1400"/>
              <a:buChar char="●"/>
              <a:defRPr/>
            </a:lvl4pPr>
            <a:lvl5pPr indent="-317500" lvl="4" marL="2286000" algn="l">
              <a:lnSpc>
                <a:spcPct val="90000"/>
              </a:lnSpc>
              <a:spcBef>
                <a:spcPts val="0"/>
              </a:spcBef>
              <a:spcAft>
                <a:spcPts val="0"/>
              </a:spcAft>
              <a:buSzPts val="1400"/>
              <a:buChar char="○"/>
              <a:defRPr/>
            </a:lvl5pPr>
            <a:lvl6pPr indent="-317500" lvl="5" marL="2743200" algn="l">
              <a:lnSpc>
                <a:spcPct val="90000"/>
              </a:lnSpc>
              <a:spcBef>
                <a:spcPts val="0"/>
              </a:spcBef>
              <a:spcAft>
                <a:spcPts val="0"/>
              </a:spcAft>
              <a:buClr>
                <a:schemeClr val="dk1"/>
              </a:buClr>
              <a:buSzPts val="1400"/>
              <a:buChar char="■"/>
              <a:defRPr/>
            </a:lvl6pPr>
            <a:lvl7pPr indent="-317500" lvl="6" marL="3200400" algn="l">
              <a:lnSpc>
                <a:spcPct val="90000"/>
              </a:lnSpc>
              <a:spcBef>
                <a:spcPts val="0"/>
              </a:spcBef>
              <a:spcAft>
                <a:spcPts val="0"/>
              </a:spcAft>
              <a:buClr>
                <a:schemeClr val="dk1"/>
              </a:buClr>
              <a:buSzPts val="1400"/>
              <a:buChar char="●"/>
              <a:defRPr/>
            </a:lvl7pPr>
            <a:lvl8pPr indent="-317500" lvl="7" marL="3657600" algn="l">
              <a:lnSpc>
                <a:spcPct val="90000"/>
              </a:lnSpc>
              <a:spcBef>
                <a:spcPts val="0"/>
              </a:spcBef>
              <a:spcAft>
                <a:spcPts val="0"/>
              </a:spcAft>
              <a:buClr>
                <a:schemeClr val="dk1"/>
              </a:buClr>
              <a:buSzPts val="1400"/>
              <a:buChar char="○"/>
              <a:defRPr/>
            </a:lvl8pPr>
            <a:lvl9pPr indent="-317500" lvl="8" marL="4114800" algn="l">
              <a:lnSpc>
                <a:spcPct val="90000"/>
              </a:lnSpc>
              <a:spcBef>
                <a:spcPts val="0"/>
              </a:spcBef>
              <a:spcAft>
                <a:spcPts val="0"/>
              </a:spcAft>
              <a:buClr>
                <a:schemeClr val="dk1"/>
              </a:buClr>
              <a:buSzPts val="1400"/>
              <a:buChar char="■"/>
              <a:defRPr/>
            </a:lvl9pPr>
          </a:lstStyle>
          <a:p/>
        </p:txBody>
      </p:sp>
      <p:sp>
        <p:nvSpPr>
          <p:cNvPr id="49" name="Google Shape;49;p6"/>
          <p:cNvSpPr txBox="1"/>
          <p:nvPr>
            <p:ph idx="6" type="body"/>
          </p:nvPr>
        </p:nvSpPr>
        <p:spPr>
          <a:xfrm>
            <a:off x="8359986" y="2701446"/>
            <a:ext cx="1469334" cy="948793"/>
          </a:xfrm>
          <a:prstGeom prst="rect">
            <a:avLst/>
          </a:prstGeom>
          <a:noFill/>
          <a:ln>
            <a:noFill/>
          </a:ln>
        </p:spPr>
        <p:txBody>
          <a:bodyPr anchorCtr="0" anchor="t" bIns="91425" lIns="91425" spcFirstLastPara="1" rIns="91425" wrap="square" tIns="91425">
            <a:normAutofit/>
          </a:bodyPr>
          <a:lstStyle>
            <a:lvl1pPr indent="-228600" lvl="0" marL="457200" algn="ctr">
              <a:lnSpc>
                <a:spcPct val="90000"/>
              </a:lnSpc>
              <a:spcBef>
                <a:spcPts val="0"/>
              </a:spcBef>
              <a:spcAft>
                <a:spcPts val="0"/>
              </a:spcAft>
              <a:buClr>
                <a:schemeClr val="accent5"/>
              </a:buClr>
              <a:buSzPts val="1800"/>
              <a:buNone/>
              <a:defRPr b="1" sz="1512">
                <a:solidFill>
                  <a:srgbClr val="FF350F"/>
                </a:solidFill>
              </a:defRPr>
            </a:lvl1pPr>
            <a:lvl2pPr indent="-317500" lvl="1" marL="914400" algn="l">
              <a:lnSpc>
                <a:spcPct val="90000"/>
              </a:lnSpc>
              <a:spcBef>
                <a:spcPts val="0"/>
              </a:spcBef>
              <a:spcAft>
                <a:spcPts val="0"/>
              </a:spcAft>
              <a:buClr>
                <a:schemeClr val="accent5"/>
              </a:buClr>
              <a:buSzPts val="1400"/>
              <a:buChar char="○"/>
              <a:defRPr>
                <a:solidFill>
                  <a:schemeClr val="accent5"/>
                </a:solidFill>
              </a:defRPr>
            </a:lvl2pPr>
            <a:lvl3pPr indent="-355600" lvl="2" marL="1371600" algn="l">
              <a:lnSpc>
                <a:spcPct val="90000"/>
              </a:lnSpc>
              <a:spcBef>
                <a:spcPts val="0"/>
              </a:spcBef>
              <a:spcAft>
                <a:spcPts val="0"/>
              </a:spcAft>
              <a:buSzPts val="2000"/>
              <a:buChar char="■"/>
              <a:defRPr sz="2160"/>
            </a:lvl3pPr>
            <a:lvl4pPr indent="-317500" lvl="3" marL="1828800" algn="l">
              <a:lnSpc>
                <a:spcPct val="90000"/>
              </a:lnSpc>
              <a:spcBef>
                <a:spcPts val="0"/>
              </a:spcBef>
              <a:spcAft>
                <a:spcPts val="0"/>
              </a:spcAft>
              <a:buSzPts val="1400"/>
              <a:buChar char="●"/>
              <a:defRPr/>
            </a:lvl4pPr>
            <a:lvl5pPr indent="-317500" lvl="4" marL="2286000" algn="l">
              <a:lnSpc>
                <a:spcPct val="90000"/>
              </a:lnSpc>
              <a:spcBef>
                <a:spcPts val="0"/>
              </a:spcBef>
              <a:spcAft>
                <a:spcPts val="0"/>
              </a:spcAft>
              <a:buSzPts val="1400"/>
              <a:buChar char="○"/>
              <a:defRPr/>
            </a:lvl5pPr>
            <a:lvl6pPr indent="-317500" lvl="5" marL="2743200" algn="l">
              <a:lnSpc>
                <a:spcPct val="90000"/>
              </a:lnSpc>
              <a:spcBef>
                <a:spcPts val="0"/>
              </a:spcBef>
              <a:spcAft>
                <a:spcPts val="0"/>
              </a:spcAft>
              <a:buClr>
                <a:schemeClr val="dk1"/>
              </a:buClr>
              <a:buSzPts val="1400"/>
              <a:buChar char="■"/>
              <a:defRPr/>
            </a:lvl6pPr>
            <a:lvl7pPr indent="-317500" lvl="6" marL="3200400" algn="l">
              <a:lnSpc>
                <a:spcPct val="90000"/>
              </a:lnSpc>
              <a:spcBef>
                <a:spcPts val="0"/>
              </a:spcBef>
              <a:spcAft>
                <a:spcPts val="0"/>
              </a:spcAft>
              <a:buClr>
                <a:schemeClr val="dk1"/>
              </a:buClr>
              <a:buSzPts val="1400"/>
              <a:buChar char="●"/>
              <a:defRPr/>
            </a:lvl7pPr>
            <a:lvl8pPr indent="-317500" lvl="7" marL="3657600" algn="l">
              <a:lnSpc>
                <a:spcPct val="90000"/>
              </a:lnSpc>
              <a:spcBef>
                <a:spcPts val="0"/>
              </a:spcBef>
              <a:spcAft>
                <a:spcPts val="0"/>
              </a:spcAft>
              <a:buClr>
                <a:schemeClr val="dk1"/>
              </a:buClr>
              <a:buSzPts val="1400"/>
              <a:buChar char="○"/>
              <a:defRPr/>
            </a:lvl8pPr>
            <a:lvl9pPr indent="-317500" lvl="8" marL="4114800" algn="l">
              <a:lnSpc>
                <a:spcPct val="90000"/>
              </a:lnSpc>
              <a:spcBef>
                <a:spcPts val="0"/>
              </a:spcBef>
              <a:spcAft>
                <a:spcPts val="0"/>
              </a:spcAft>
              <a:buClr>
                <a:schemeClr val="dk1"/>
              </a:buClr>
              <a:buSzPts val="14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alue Prop">
  <p:cSld name="Value Prop">
    <p:spTree>
      <p:nvGrpSpPr>
        <p:cNvPr id="50" name="Shape 50"/>
        <p:cNvGrpSpPr/>
        <p:nvPr/>
      </p:nvGrpSpPr>
      <p:grpSpPr>
        <a:xfrm>
          <a:off x="0" y="0"/>
          <a:ext cx="0" cy="0"/>
          <a:chOff x="0" y="0"/>
          <a:chExt cx="0" cy="0"/>
        </a:xfrm>
      </p:grpSpPr>
      <p:sp>
        <p:nvSpPr>
          <p:cNvPr id="51" name="Google Shape;51;p7"/>
          <p:cNvSpPr/>
          <p:nvPr/>
        </p:nvSpPr>
        <p:spPr>
          <a:xfrm>
            <a:off x="-2344667" y="-519464"/>
            <a:ext cx="7990560" cy="7990812"/>
          </a:xfrm>
          <a:prstGeom prst="ellipse">
            <a:avLst/>
          </a:prstGeom>
          <a:solidFill>
            <a:srgbClr val="F4F4F4"/>
          </a:solidFill>
          <a:ln>
            <a:noFill/>
          </a:ln>
        </p:spPr>
        <p:txBody>
          <a:bodyPr anchorCtr="0" anchor="ctr" bIns="98725" lIns="98725" spcFirstLastPara="1" rIns="98725" wrap="square" tIns="98725">
            <a:noAutofit/>
          </a:bodyPr>
          <a:lstStyle/>
          <a:p>
            <a:pPr indent="0" lvl="0" marL="0" marR="0" rtl="0" algn="l">
              <a:spcBef>
                <a:spcPts val="0"/>
              </a:spcBef>
              <a:spcAft>
                <a:spcPts val="0"/>
              </a:spcAft>
              <a:buClr>
                <a:schemeClr val="dk1"/>
              </a:buClr>
              <a:buSzPts val="1944"/>
              <a:buFont typeface="Calibri"/>
              <a:buNone/>
            </a:pPr>
            <a:r>
              <a:t/>
            </a:r>
            <a:endParaRPr sz="1944">
              <a:solidFill>
                <a:schemeClr val="dk1"/>
              </a:solidFill>
              <a:latin typeface="Calibri"/>
              <a:ea typeface="Calibri"/>
              <a:cs typeface="Calibri"/>
              <a:sym typeface="Calibri"/>
            </a:endParaRPr>
          </a:p>
        </p:txBody>
      </p:sp>
      <p:sp>
        <p:nvSpPr>
          <p:cNvPr id="52" name="Google Shape;52;p7"/>
          <p:cNvSpPr/>
          <p:nvPr/>
        </p:nvSpPr>
        <p:spPr>
          <a:xfrm>
            <a:off x="-2726760" y="-901557"/>
            <a:ext cx="8755200" cy="8755128"/>
          </a:xfrm>
          <a:prstGeom prst="ellipse">
            <a:avLst/>
          </a:prstGeom>
          <a:noFill/>
          <a:ln cap="flat" cmpd="sng" w="9525">
            <a:solidFill>
              <a:srgbClr val="845BA3"/>
            </a:solidFill>
            <a:prstDash val="solid"/>
            <a:round/>
            <a:headEnd len="sm" w="sm" type="none"/>
            <a:tailEnd len="sm" w="sm" type="none"/>
          </a:ln>
        </p:spPr>
        <p:txBody>
          <a:bodyPr anchorCtr="0" anchor="ctr" bIns="98725" lIns="98725" spcFirstLastPara="1" rIns="98725" wrap="square" tIns="98725">
            <a:noAutofit/>
          </a:bodyPr>
          <a:lstStyle/>
          <a:p>
            <a:pPr indent="0" lvl="0" marL="0" marR="0" rtl="0" algn="l">
              <a:spcBef>
                <a:spcPts val="0"/>
              </a:spcBef>
              <a:spcAft>
                <a:spcPts val="0"/>
              </a:spcAft>
              <a:buClr>
                <a:schemeClr val="dk1"/>
              </a:buClr>
              <a:buSzPts val="1944"/>
              <a:buFont typeface="Calibri"/>
              <a:buNone/>
            </a:pPr>
            <a:r>
              <a:t/>
            </a:r>
            <a:endParaRPr sz="1944">
              <a:solidFill>
                <a:schemeClr val="dk1"/>
              </a:solidFill>
              <a:latin typeface="Calibri"/>
              <a:ea typeface="Calibri"/>
              <a:cs typeface="Calibri"/>
              <a:sym typeface="Calibri"/>
            </a:endParaRPr>
          </a:p>
        </p:txBody>
      </p:sp>
      <p:sp>
        <p:nvSpPr>
          <p:cNvPr id="53" name="Google Shape;53;p7"/>
          <p:cNvSpPr txBox="1"/>
          <p:nvPr>
            <p:ph type="title"/>
          </p:nvPr>
        </p:nvSpPr>
        <p:spPr>
          <a:xfrm>
            <a:off x="6410534" y="1479810"/>
            <a:ext cx="3756416" cy="1778760"/>
          </a:xfrm>
          <a:prstGeom prst="rect">
            <a:avLst/>
          </a:prstGeom>
          <a:noFill/>
          <a:ln>
            <a:noFill/>
          </a:ln>
        </p:spPr>
        <p:txBody>
          <a:bodyPr anchorCtr="0" anchor="b" bIns="91425" lIns="91425" spcFirstLastPara="1" rIns="91425" wrap="square" tIns="91425">
            <a:normAutofit/>
          </a:bodyPr>
          <a:lstStyle>
            <a:lvl1pPr lvl="0" algn="l">
              <a:lnSpc>
                <a:spcPct val="90000"/>
              </a:lnSpc>
              <a:spcBef>
                <a:spcPts val="0"/>
              </a:spcBef>
              <a:spcAft>
                <a:spcPts val="0"/>
              </a:spcAft>
              <a:buClr>
                <a:schemeClr val="dk1"/>
              </a:buClr>
              <a:buSzPts val="3000"/>
              <a:buFont typeface="Arial"/>
              <a:buNone/>
              <a:defRPr sz="3240"/>
            </a:lvl1pPr>
            <a:lvl2pPr lvl="1">
              <a:spcBef>
                <a:spcPts val="0"/>
              </a:spcBef>
              <a:spcAft>
                <a:spcPts val="0"/>
              </a:spcAft>
              <a:buSzPts val="4200"/>
              <a:buNone/>
              <a:defRPr sz="4536"/>
            </a:lvl2pPr>
            <a:lvl3pPr lvl="2">
              <a:spcBef>
                <a:spcPts val="0"/>
              </a:spcBef>
              <a:spcAft>
                <a:spcPts val="0"/>
              </a:spcAft>
              <a:buSzPts val="4200"/>
              <a:buNone/>
              <a:defRPr sz="4536"/>
            </a:lvl3pPr>
            <a:lvl4pPr lvl="3">
              <a:spcBef>
                <a:spcPts val="0"/>
              </a:spcBef>
              <a:spcAft>
                <a:spcPts val="0"/>
              </a:spcAft>
              <a:buSzPts val="4200"/>
              <a:buNone/>
              <a:defRPr sz="4536"/>
            </a:lvl4pPr>
            <a:lvl5pPr lvl="4">
              <a:spcBef>
                <a:spcPts val="0"/>
              </a:spcBef>
              <a:spcAft>
                <a:spcPts val="0"/>
              </a:spcAft>
              <a:buSzPts val="4200"/>
              <a:buNone/>
              <a:defRPr sz="4536"/>
            </a:lvl5pPr>
            <a:lvl6pPr lvl="5">
              <a:spcBef>
                <a:spcPts val="0"/>
              </a:spcBef>
              <a:spcAft>
                <a:spcPts val="0"/>
              </a:spcAft>
              <a:buSzPts val="4200"/>
              <a:buNone/>
              <a:defRPr sz="4536"/>
            </a:lvl6pPr>
            <a:lvl7pPr lvl="6">
              <a:spcBef>
                <a:spcPts val="0"/>
              </a:spcBef>
              <a:spcAft>
                <a:spcPts val="0"/>
              </a:spcAft>
              <a:buSzPts val="4200"/>
              <a:buNone/>
              <a:defRPr sz="4536"/>
            </a:lvl7pPr>
            <a:lvl8pPr lvl="7">
              <a:spcBef>
                <a:spcPts val="0"/>
              </a:spcBef>
              <a:spcAft>
                <a:spcPts val="0"/>
              </a:spcAft>
              <a:buSzPts val="4200"/>
              <a:buNone/>
              <a:defRPr sz="4536"/>
            </a:lvl8pPr>
            <a:lvl9pPr lvl="8">
              <a:spcBef>
                <a:spcPts val="0"/>
              </a:spcBef>
              <a:spcAft>
                <a:spcPts val="0"/>
              </a:spcAft>
              <a:buSzPts val="4200"/>
              <a:buNone/>
              <a:defRPr sz="4536"/>
            </a:lvl9pPr>
          </a:lstStyle>
          <a:p/>
        </p:txBody>
      </p:sp>
      <p:sp>
        <p:nvSpPr>
          <p:cNvPr id="54" name="Google Shape;54;p7"/>
          <p:cNvSpPr txBox="1"/>
          <p:nvPr>
            <p:ph idx="1" type="subTitle"/>
          </p:nvPr>
        </p:nvSpPr>
        <p:spPr>
          <a:xfrm>
            <a:off x="6410534" y="3363691"/>
            <a:ext cx="3756416" cy="1000188"/>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000"/>
              <a:buNone/>
              <a:defRPr sz="2160"/>
            </a:lvl1pPr>
            <a:lvl2pPr lvl="1" algn="l">
              <a:lnSpc>
                <a:spcPct val="100000"/>
              </a:lnSpc>
              <a:spcBef>
                <a:spcPts val="0"/>
              </a:spcBef>
              <a:spcAft>
                <a:spcPts val="0"/>
              </a:spcAft>
              <a:buSzPts val="2000"/>
              <a:buNone/>
              <a:defRPr sz="2160"/>
            </a:lvl2pPr>
            <a:lvl3pPr lvl="2" algn="l">
              <a:lnSpc>
                <a:spcPct val="100000"/>
              </a:lnSpc>
              <a:spcBef>
                <a:spcPts val="0"/>
              </a:spcBef>
              <a:spcAft>
                <a:spcPts val="0"/>
              </a:spcAft>
              <a:buSzPts val="2000"/>
              <a:buNone/>
              <a:defRPr sz="2160"/>
            </a:lvl3pPr>
            <a:lvl4pPr lvl="3" algn="l">
              <a:lnSpc>
                <a:spcPct val="100000"/>
              </a:lnSpc>
              <a:spcBef>
                <a:spcPts val="0"/>
              </a:spcBef>
              <a:spcAft>
                <a:spcPts val="0"/>
              </a:spcAft>
              <a:buSzPts val="2000"/>
              <a:buNone/>
              <a:defRPr sz="2160"/>
            </a:lvl4pPr>
            <a:lvl5pPr lvl="4" algn="l">
              <a:lnSpc>
                <a:spcPct val="100000"/>
              </a:lnSpc>
              <a:spcBef>
                <a:spcPts val="0"/>
              </a:spcBef>
              <a:spcAft>
                <a:spcPts val="0"/>
              </a:spcAft>
              <a:buSzPts val="2000"/>
              <a:buNone/>
              <a:defRPr sz="2160"/>
            </a:lvl5pPr>
            <a:lvl6pPr lvl="5" algn="l">
              <a:lnSpc>
                <a:spcPct val="100000"/>
              </a:lnSpc>
              <a:spcBef>
                <a:spcPts val="0"/>
              </a:spcBef>
              <a:spcAft>
                <a:spcPts val="0"/>
              </a:spcAft>
              <a:buClr>
                <a:schemeClr val="dk1"/>
              </a:buClr>
              <a:buSzPts val="2000"/>
              <a:buNone/>
              <a:defRPr sz="2160"/>
            </a:lvl6pPr>
            <a:lvl7pPr lvl="6" algn="l">
              <a:lnSpc>
                <a:spcPct val="100000"/>
              </a:lnSpc>
              <a:spcBef>
                <a:spcPts val="0"/>
              </a:spcBef>
              <a:spcAft>
                <a:spcPts val="0"/>
              </a:spcAft>
              <a:buClr>
                <a:schemeClr val="dk1"/>
              </a:buClr>
              <a:buSzPts val="2000"/>
              <a:buNone/>
              <a:defRPr sz="2160"/>
            </a:lvl7pPr>
            <a:lvl8pPr lvl="7" algn="l">
              <a:lnSpc>
                <a:spcPct val="100000"/>
              </a:lnSpc>
              <a:spcBef>
                <a:spcPts val="0"/>
              </a:spcBef>
              <a:spcAft>
                <a:spcPts val="0"/>
              </a:spcAft>
              <a:buClr>
                <a:schemeClr val="dk1"/>
              </a:buClr>
              <a:buSzPts val="2000"/>
              <a:buNone/>
              <a:defRPr sz="2160"/>
            </a:lvl8pPr>
            <a:lvl9pPr lvl="8" algn="l">
              <a:lnSpc>
                <a:spcPct val="100000"/>
              </a:lnSpc>
              <a:spcBef>
                <a:spcPts val="0"/>
              </a:spcBef>
              <a:spcAft>
                <a:spcPts val="0"/>
              </a:spcAft>
              <a:buClr>
                <a:schemeClr val="dk1"/>
              </a:buClr>
              <a:buSzPts val="2000"/>
              <a:buNone/>
              <a:defRPr sz="2160"/>
            </a:lvl9pPr>
          </a:lstStyle>
          <a:p/>
        </p:txBody>
      </p:sp>
      <p:sp>
        <p:nvSpPr>
          <p:cNvPr id="55" name="Google Shape;55;p7"/>
          <p:cNvSpPr txBox="1"/>
          <p:nvPr>
            <p:ph idx="12" type="sldNum"/>
          </p:nvPr>
        </p:nvSpPr>
        <p:spPr>
          <a:xfrm>
            <a:off x="10166950" y="5595860"/>
            <a:ext cx="658440" cy="472392"/>
          </a:xfrm>
          <a:prstGeom prst="rect">
            <a:avLst/>
          </a:prstGeom>
          <a:noFill/>
          <a:ln>
            <a:noFill/>
          </a:ln>
        </p:spPr>
        <p:txBody>
          <a:bodyPr anchorCtr="0" anchor="ctr" bIns="91425" lIns="91425" spcFirstLastPara="1" rIns="91425" wrap="square" tIns="91425">
            <a:normAutofit/>
          </a:bodyPr>
          <a:lstStyle>
            <a:lvl1pPr indent="0" lvl="0" marL="0" marR="0" rtl="0" algn="r">
              <a:buClr>
                <a:schemeClr val="dk1"/>
              </a:buClr>
              <a:buSzPts val="2160"/>
              <a:buFont typeface="Calibri"/>
              <a:buNone/>
              <a:defRPr sz="2160">
                <a:solidFill>
                  <a:schemeClr val="dk1"/>
                </a:solidFill>
                <a:latin typeface="Calibri"/>
                <a:ea typeface="Calibri"/>
                <a:cs typeface="Calibri"/>
                <a:sym typeface="Calibri"/>
              </a:defRPr>
            </a:lvl1pPr>
            <a:lvl2pPr indent="0" lvl="1" marL="0" marR="0" rtl="0" algn="r">
              <a:buClr>
                <a:schemeClr val="dk1"/>
              </a:buClr>
              <a:buSzPts val="2160"/>
              <a:buFont typeface="Calibri"/>
              <a:buNone/>
              <a:defRPr sz="2160">
                <a:solidFill>
                  <a:schemeClr val="dk1"/>
                </a:solidFill>
                <a:latin typeface="Calibri"/>
                <a:ea typeface="Calibri"/>
                <a:cs typeface="Calibri"/>
                <a:sym typeface="Calibri"/>
              </a:defRPr>
            </a:lvl2pPr>
            <a:lvl3pPr indent="0" lvl="2" marL="0" marR="0" rtl="0" algn="r">
              <a:buClr>
                <a:schemeClr val="dk1"/>
              </a:buClr>
              <a:buSzPts val="2160"/>
              <a:buFont typeface="Calibri"/>
              <a:buNone/>
              <a:defRPr sz="2160">
                <a:solidFill>
                  <a:schemeClr val="dk1"/>
                </a:solidFill>
                <a:latin typeface="Calibri"/>
                <a:ea typeface="Calibri"/>
                <a:cs typeface="Calibri"/>
                <a:sym typeface="Calibri"/>
              </a:defRPr>
            </a:lvl3pPr>
            <a:lvl4pPr indent="0" lvl="3" marL="0" marR="0" rtl="0" algn="r">
              <a:buClr>
                <a:schemeClr val="dk1"/>
              </a:buClr>
              <a:buSzPts val="2160"/>
              <a:buFont typeface="Calibri"/>
              <a:buNone/>
              <a:defRPr sz="2160">
                <a:solidFill>
                  <a:schemeClr val="dk1"/>
                </a:solidFill>
                <a:latin typeface="Calibri"/>
                <a:ea typeface="Calibri"/>
                <a:cs typeface="Calibri"/>
                <a:sym typeface="Calibri"/>
              </a:defRPr>
            </a:lvl4pPr>
            <a:lvl5pPr indent="0" lvl="4" marL="0" marR="0" rtl="0" algn="r">
              <a:buClr>
                <a:schemeClr val="dk1"/>
              </a:buClr>
              <a:buSzPts val="2160"/>
              <a:buFont typeface="Calibri"/>
              <a:buNone/>
              <a:defRPr sz="2160">
                <a:solidFill>
                  <a:schemeClr val="dk1"/>
                </a:solidFill>
                <a:latin typeface="Calibri"/>
                <a:ea typeface="Calibri"/>
                <a:cs typeface="Calibri"/>
                <a:sym typeface="Calibri"/>
              </a:defRPr>
            </a:lvl5pPr>
            <a:lvl6pPr indent="0" lvl="5" marL="0" marR="0" rtl="0" algn="r">
              <a:buClr>
                <a:schemeClr val="dk1"/>
              </a:buClr>
              <a:buSzPts val="2160"/>
              <a:buFont typeface="Calibri"/>
              <a:buNone/>
              <a:defRPr sz="2160">
                <a:solidFill>
                  <a:schemeClr val="dk1"/>
                </a:solidFill>
                <a:latin typeface="Calibri"/>
                <a:ea typeface="Calibri"/>
                <a:cs typeface="Calibri"/>
                <a:sym typeface="Calibri"/>
              </a:defRPr>
            </a:lvl6pPr>
            <a:lvl7pPr indent="0" lvl="6" marL="0" marR="0" rtl="0" algn="r">
              <a:buClr>
                <a:schemeClr val="dk1"/>
              </a:buClr>
              <a:buSzPts val="2160"/>
              <a:buFont typeface="Calibri"/>
              <a:buNone/>
              <a:defRPr sz="2160">
                <a:solidFill>
                  <a:schemeClr val="dk1"/>
                </a:solidFill>
                <a:latin typeface="Calibri"/>
                <a:ea typeface="Calibri"/>
                <a:cs typeface="Calibri"/>
                <a:sym typeface="Calibri"/>
              </a:defRPr>
            </a:lvl7pPr>
            <a:lvl8pPr indent="0" lvl="7" marL="0" marR="0" rtl="0" algn="r">
              <a:buClr>
                <a:schemeClr val="dk1"/>
              </a:buClr>
              <a:buSzPts val="2160"/>
              <a:buFont typeface="Calibri"/>
              <a:buNone/>
              <a:defRPr sz="2160">
                <a:solidFill>
                  <a:schemeClr val="dk1"/>
                </a:solidFill>
                <a:latin typeface="Calibri"/>
                <a:ea typeface="Calibri"/>
                <a:cs typeface="Calibri"/>
                <a:sym typeface="Calibri"/>
              </a:defRPr>
            </a:lvl8pPr>
            <a:lvl9pPr indent="0" lvl="8" marL="0" marR="0" rtl="0" algn="r">
              <a:buClr>
                <a:schemeClr val="dk1"/>
              </a:buClr>
              <a:buSzPts val="2160"/>
              <a:buFont typeface="Calibri"/>
              <a:buNone/>
              <a:defRPr sz="2160">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56" name="Google Shape;56;p7"/>
          <p:cNvSpPr txBox="1"/>
          <p:nvPr>
            <p:ph idx="2" type="subTitle"/>
          </p:nvPr>
        </p:nvSpPr>
        <p:spPr>
          <a:xfrm>
            <a:off x="6410535" y="1381140"/>
            <a:ext cx="3694292" cy="245916"/>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5"/>
              </a:buClr>
              <a:buSzPts val="1200"/>
              <a:buNone/>
              <a:defRPr b="1" sz="1296">
                <a:solidFill>
                  <a:schemeClr val="accent5"/>
                </a:solidFill>
              </a:defRPr>
            </a:lvl1pPr>
            <a:lvl2pPr lvl="1" algn="l">
              <a:lnSpc>
                <a:spcPct val="100000"/>
              </a:lnSpc>
              <a:spcBef>
                <a:spcPts val="0"/>
              </a:spcBef>
              <a:spcAft>
                <a:spcPts val="0"/>
              </a:spcAft>
              <a:buClr>
                <a:schemeClr val="accent5"/>
              </a:buClr>
              <a:buSzPts val="1200"/>
              <a:buNone/>
              <a:defRPr b="1" sz="1296">
                <a:solidFill>
                  <a:schemeClr val="accent5"/>
                </a:solidFill>
              </a:defRPr>
            </a:lvl2pPr>
            <a:lvl3pPr lvl="2" algn="l">
              <a:lnSpc>
                <a:spcPct val="100000"/>
              </a:lnSpc>
              <a:spcBef>
                <a:spcPts val="0"/>
              </a:spcBef>
              <a:spcAft>
                <a:spcPts val="0"/>
              </a:spcAft>
              <a:buClr>
                <a:schemeClr val="accent5"/>
              </a:buClr>
              <a:buSzPts val="1200"/>
              <a:buNone/>
              <a:defRPr b="1" sz="1296">
                <a:solidFill>
                  <a:schemeClr val="accent5"/>
                </a:solidFill>
              </a:defRPr>
            </a:lvl3pPr>
            <a:lvl4pPr lvl="3" algn="l">
              <a:lnSpc>
                <a:spcPct val="100000"/>
              </a:lnSpc>
              <a:spcBef>
                <a:spcPts val="0"/>
              </a:spcBef>
              <a:spcAft>
                <a:spcPts val="0"/>
              </a:spcAft>
              <a:buClr>
                <a:schemeClr val="accent5"/>
              </a:buClr>
              <a:buSzPts val="1200"/>
              <a:buNone/>
              <a:defRPr b="1" sz="1296">
                <a:solidFill>
                  <a:schemeClr val="accent5"/>
                </a:solidFill>
              </a:defRPr>
            </a:lvl4pPr>
            <a:lvl5pPr lvl="4" algn="l">
              <a:lnSpc>
                <a:spcPct val="100000"/>
              </a:lnSpc>
              <a:spcBef>
                <a:spcPts val="0"/>
              </a:spcBef>
              <a:spcAft>
                <a:spcPts val="0"/>
              </a:spcAft>
              <a:buClr>
                <a:schemeClr val="accent5"/>
              </a:buClr>
              <a:buSzPts val="1200"/>
              <a:buNone/>
              <a:defRPr b="1" sz="1296">
                <a:solidFill>
                  <a:schemeClr val="accent5"/>
                </a:solidFill>
              </a:defRPr>
            </a:lvl5pPr>
            <a:lvl6pPr lvl="5" algn="l">
              <a:lnSpc>
                <a:spcPct val="100000"/>
              </a:lnSpc>
              <a:spcBef>
                <a:spcPts val="0"/>
              </a:spcBef>
              <a:spcAft>
                <a:spcPts val="0"/>
              </a:spcAft>
              <a:buClr>
                <a:schemeClr val="accent5"/>
              </a:buClr>
              <a:buSzPts val="1200"/>
              <a:buNone/>
              <a:defRPr b="1" sz="1296">
                <a:solidFill>
                  <a:schemeClr val="accent5"/>
                </a:solidFill>
              </a:defRPr>
            </a:lvl6pPr>
            <a:lvl7pPr lvl="6" algn="l">
              <a:lnSpc>
                <a:spcPct val="100000"/>
              </a:lnSpc>
              <a:spcBef>
                <a:spcPts val="0"/>
              </a:spcBef>
              <a:spcAft>
                <a:spcPts val="0"/>
              </a:spcAft>
              <a:buClr>
                <a:schemeClr val="accent5"/>
              </a:buClr>
              <a:buSzPts val="1200"/>
              <a:buNone/>
              <a:defRPr b="1" sz="1296">
                <a:solidFill>
                  <a:schemeClr val="accent5"/>
                </a:solidFill>
              </a:defRPr>
            </a:lvl7pPr>
            <a:lvl8pPr lvl="7" algn="l">
              <a:lnSpc>
                <a:spcPct val="100000"/>
              </a:lnSpc>
              <a:spcBef>
                <a:spcPts val="0"/>
              </a:spcBef>
              <a:spcAft>
                <a:spcPts val="0"/>
              </a:spcAft>
              <a:buClr>
                <a:schemeClr val="accent5"/>
              </a:buClr>
              <a:buSzPts val="1200"/>
              <a:buNone/>
              <a:defRPr b="1" sz="1296">
                <a:solidFill>
                  <a:schemeClr val="accent5"/>
                </a:solidFill>
              </a:defRPr>
            </a:lvl8pPr>
            <a:lvl9pPr lvl="8" algn="l">
              <a:lnSpc>
                <a:spcPct val="100000"/>
              </a:lnSpc>
              <a:spcBef>
                <a:spcPts val="0"/>
              </a:spcBef>
              <a:spcAft>
                <a:spcPts val="0"/>
              </a:spcAft>
              <a:buClr>
                <a:schemeClr val="accent5"/>
              </a:buClr>
              <a:buSzPts val="1200"/>
              <a:buNone/>
              <a:defRPr b="1" sz="1296">
                <a:solidFill>
                  <a:schemeClr val="accent5"/>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57" name="Shape 57"/>
        <p:cNvGrpSpPr/>
        <p:nvPr/>
      </p:nvGrpSpPr>
      <p:grpSpPr>
        <a:xfrm>
          <a:off x="0" y="0"/>
          <a:ext cx="0" cy="0"/>
          <a:chOff x="0" y="0"/>
          <a:chExt cx="0" cy="0"/>
        </a:xfrm>
      </p:grpSpPr>
      <p:pic>
        <p:nvPicPr>
          <p:cNvPr id="58" name="Google Shape;58;p8"/>
          <p:cNvPicPr preferRelativeResize="0"/>
          <p:nvPr/>
        </p:nvPicPr>
        <p:blipFill rotWithShape="1">
          <a:blip r:embed="rId3">
            <a:alphaModFix/>
          </a:blip>
          <a:srcRect b="0" l="0" r="0" t="0"/>
          <a:stretch/>
        </p:blipFill>
        <p:spPr>
          <a:xfrm>
            <a:off x="7085479" y="2225088"/>
            <a:ext cx="5684757" cy="5684757"/>
          </a:xfrm>
          <a:prstGeom prst="ellipse">
            <a:avLst/>
          </a:prstGeom>
          <a:noFill/>
          <a:ln>
            <a:noFill/>
          </a:ln>
        </p:spPr>
      </p:pic>
      <p:sp>
        <p:nvSpPr>
          <p:cNvPr id="59" name="Google Shape;59;p8"/>
          <p:cNvSpPr txBox="1"/>
          <p:nvPr>
            <p:ph type="ctrTitle"/>
          </p:nvPr>
        </p:nvSpPr>
        <p:spPr>
          <a:xfrm>
            <a:off x="514351" y="2368673"/>
            <a:ext cx="6571129" cy="143485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8"/>
          <p:cNvSpPr txBox="1"/>
          <p:nvPr>
            <p:ph idx="1" type="subTitle"/>
          </p:nvPr>
        </p:nvSpPr>
        <p:spPr>
          <a:xfrm>
            <a:off x="514350" y="3947112"/>
            <a:ext cx="8229600" cy="48685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900"/>
              </a:spcBef>
              <a:spcAft>
                <a:spcPts val="0"/>
              </a:spcAft>
              <a:buSzPts val="2160"/>
              <a:buNone/>
              <a:defRPr b="1" i="0" sz="2160">
                <a:solidFill>
                  <a:schemeClr val="accent1"/>
                </a:solidFill>
                <a:latin typeface="Arial"/>
                <a:ea typeface="Arial"/>
                <a:cs typeface="Arial"/>
                <a:sym typeface="Arial"/>
              </a:defRPr>
            </a:lvl1pPr>
            <a:lvl2pPr lvl="1" algn="ctr">
              <a:lnSpc>
                <a:spcPct val="90000"/>
              </a:lnSpc>
              <a:spcBef>
                <a:spcPts val="450"/>
              </a:spcBef>
              <a:spcAft>
                <a:spcPts val="0"/>
              </a:spcAft>
              <a:buSzPts val="1800"/>
              <a:buNone/>
              <a:defRPr sz="1800"/>
            </a:lvl2pPr>
            <a:lvl3pPr lvl="2" algn="ctr">
              <a:lnSpc>
                <a:spcPct val="90000"/>
              </a:lnSpc>
              <a:spcBef>
                <a:spcPts val="450"/>
              </a:spcBef>
              <a:spcAft>
                <a:spcPts val="0"/>
              </a:spcAft>
              <a:buSzPts val="1620"/>
              <a:buNone/>
              <a:defRPr sz="1620"/>
            </a:lvl3pPr>
            <a:lvl4pPr lvl="3" algn="ctr">
              <a:lnSpc>
                <a:spcPct val="90000"/>
              </a:lnSpc>
              <a:spcBef>
                <a:spcPts val="450"/>
              </a:spcBef>
              <a:spcAft>
                <a:spcPts val="0"/>
              </a:spcAft>
              <a:buSzPts val="1440"/>
              <a:buNone/>
              <a:defRPr sz="1440"/>
            </a:lvl4pPr>
            <a:lvl5pPr lvl="4" algn="ctr">
              <a:lnSpc>
                <a:spcPct val="90000"/>
              </a:lnSpc>
              <a:spcBef>
                <a:spcPts val="450"/>
              </a:spcBef>
              <a:spcAft>
                <a:spcPts val="0"/>
              </a:spcAft>
              <a:buSzPts val="1440"/>
              <a:buNone/>
              <a:defRPr sz="1440"/>
            </a:lvl5pPr>
            <a:lvl6pPr lvl="5" algn="ctr">
              <a:lnSpc>
                <a:spcPct val="90000"/>
              </a:lnSpc>
              <a:spcBef>
                <a:spcPts val="450"/>
              </a:spcBef>
              <a:spcAft>
                <a:spcPts val="0"/>
              </a:spcAft>
              <a:buClr>
                <a:schemeClr val="dk1"/>
              </a:buClr>
              <a:buSzPts val="1440"/>
              <a:buNone/>
              <a:defRPr sz="1440"/>
            </a:lvl6pPr>
            <a:lvl7pPr lvl="6" algn="ctr">
              <a:lnSpc>
                <a:spcPct val="90000"/>
              </a:lnSpc>
              <a:spcBef>
                <a:spcPts val="450"/>
              </a:spcBef>
              <a:spcAft>
                <a:spcPts val="0"/>
              </a:spcAft>
              <a:buClr>
                <a:schemeClr val="dk1"/>
              </a:buClr>
              <a:buSzPts val="1440"/>
              <a:buNone/>
              <a:defRPr sz="1440"/>
            </a:lvl7pPr>
            <a:lvl8pPr lvl="7" algn="ctr">
              <a:lnSpc>
                <a:spcPct val="90000"/>
              </a:lnSpc>
              <a:spcBef>
                <a:spcPts val="450"/>
              </a:spcBef>
              <a:spcAft>
                <a:spcPts val="0"/>
              </a:spcAft>
              <a:buClr>
                <a:schemeClr val="dk1"/>
              </a:buClr>
              <a:buSzPts val="1440"/>
              <a:buNone/>
              <a:defRPr sz="1440"/>
            </a:lvl8pPr>
            <a:lvl9pPr lvl="8" algn="ctr">
              <a:lnSpc>
                <a:spcPct val="90000"/>
              </a:lnSpc>
              <a:spcBef>
                <a:spcPts val="450"/>
              </a:spcBef>
              <a:spcAft>
                <a:spcPts val="0"/>
              </a:spcAft>
              <a:buClr>
                <a:schemeClr val="dk1"/>
              </a:buClr>
              <a:buSzPts val="1440"/>
              <a:buNone/>
              <a:defRPr sz="1440"/>
            </a:lvl9pPr>
          </a:lstStyle>
          <a:p/>
        </p:txBody>
      </p:sp>
      <p:pic>
        <p:nvPicPr>
          <p:cNvPr descr="A picture containing text, sign&#10;&#10;Description automatically generated" id="61" name="Google Shape;61;p8"/>
          <p:cNvPicPr preferRelativeResize="0"/>
          <p:nvPr/>
        </p:nvPicPr>
        <p:blipFill rotWithShape="1">
          <a:blip r:embed="rId4">
            <a:alphaModFix/>
          </a:blip>
          <a:srcRect b="0" l="0" r="0" t="0"/>
          <a:stretch/>
        </p:blipFill>
        <p:spPr>
          <a:xfrm>
            <a:off x="514351" y="5398170"/>
            <a:ext cx="567015" cy="486851"/>
          </a:xfrm>
          <a:prstGeom prst="rect">
            <a:avLst/>
          </a:prstGeom>
          <a:noFill/>
          <a:ln>
            <a:noFill/>
          </a:ln>
        </p:spPr>
      </p:pic>
    </p:spTree>
  </p:cSld>
  <p:clrMapOvr>
    <a:masterClrMapping/>
  </p:clrMapOvr>
  <p:extLst>
    <p:ext uri="{DCECCB84-F9BA-43D5-87BE-67443E8EF086}">
      <p15:sldGuideLst>
        <p15:guide id="1" pos="360">
          <p15:clr>
            <a:srgbClr val="FBAE40"/>
          </p15:clr>
        </p15:guide>
        <p15:guide id="2" pos="7320">
          <p15:clr>
            <a:srgbClr val="FBAE40"/>
          </p15:clr>
        </p15:guide>
        <p15:guide id="3" orient="horz" pos="360">
          <p15:clr>
            <a:srgbClr val="FBAE40"/>
          </p15:clr>
        </p15:guide>
        <p15:guide id="4" orient="horz" pos="39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No Image">
  <p:cSld name="Title Slide No Image">
    <p:bg>
      <p:bgPr>
        <a:blipFill>
          <a:blip r:embed="rId2">
            <a:alphaModFix/>
          </a:blip>
          <a:stretch>
            <a:fillRect/>
          </a:stretch>
        </a:blipFill>
      </p:bgPr>
    </p:bg>
    <p:spTree>
      <p:nvGrpSpPr>
        <p:cNvPr id="62" name="Shape 62"/>
        <p:cNvGrpSpPr/>
        <p:nvPr/>
      </p:nvGrpSpPr>
      <p:grpSpPr>
        <a:xfrm>
          <a:off x="0" y="0"/>
          <a:ext cx="0" cy="0"/>
          <a:chOff x="0" y="0"/>
          <a:chExt cx="0" cy="0"/>
        </a:xfrm>
      </p:grpSpPr>
      <p:sp>
        <p:nvSpPr>
          <p:cNvPr id="63" name="Google Shape;63;p9"/>
          <p:cNvSpPr txBox="1"/>
          <p:nvPr>
            <p:ph type="ctrTitle"/>
          </p:nvPr>
        </p:nvSpPr>
        <p:spPr>
          <a:xfrm>
            <a:off x="514350" y="2368673"/>
            <a:ext cx="9944100" cy="143485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9"/>
          <p:cNvSpPr txBox="1"/>
          <p:nvPr>
            <p:ph idx="1" type="subTitle"/>
          </p:nvPr>
        </p:nvSpPr>
        <p:spPr>
          <a:xfrm>
            <a:off x="514350" y="3947112"/>
            <a:ext cx="8229600" cy="48685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900"/>
              </a:spcBef>
              <a:spcAft>
                <a:spcPts val="0"/>
              </a:spcAft>
              <a:buSzPts val="2160"/>
              <a:buNone/>
              <a:defRPr b="1" i="0" sz="2160">
                <a:solidFill>
                  <a:schemeClr val="accent1"/>
                </a:solidFill>
                <a:latin typeface="Arial"/>
                <a:ea typeface="Arial"/>
                <a:cs typeface="Arial"/>
                <a:sym typeface="Arial"/>
              </a:defRPr>
            </a:lvl1pPr>
            <a:lvl2pPr lvl="1" algn="ctr">
              <a:lnSpc>
                <a:spcPct val="90000"/>
              </a:lnSpc>
              <a:spcBef>
                <a:spcPts val="450"/>
              </a:spcBef>
              <a:spcAft>
                <a:spcPts val="0"/>
              </a:spcAft>
              <a:buSzPts val="1800"/>
              <a:buNone/>
              <a:defRPr sz="1800"/>
            </a:lvl2pPr>
            <a:lvl3pPr lvl="2" algn="ctr">
              <a:lnSpc>
                <a:spcPct val="90000"/>
              </a:lnSpc>
              <a:spcBef>
                <a:spcPts val="450"/>
              </a:spcBef>
              <a:spcAft>
                <a:spcPts val="0"/>
              </a:spcAft>
              <a:buSzPts val="1620"/>
              <a:buNone/>
              <a:defRPr sz="1620"/>
            </a:lvl3pPr>
            <a:lvl4pPr lvl="3" algn="ctr">
              <a:lnSpc>
                <a:spcPct val="90000"/>
              </a:lnSpc>
              <a:spcBef>
                <a:spcPts val="450"/>
              </a:spcBef>
              <a:spcAft>
                <a:spcPts val="0"/>
              </a:spcAft>
              <a:buSzPts val="1440"/>
              <a:buNone/>
              <a:defRPr sz="1440"/>
            </a:lvl4pPr>
            <a:lvl5pPr lvl="4" algn="ctr">
              <a:lnSpc>
                <a:spcPct val="90000"/>
              </a:lnSpc>
              <a:spcBef>
                <a:spcPts val="450"/>
              </a:spcBef>
              <a:spcAft>
                <a:spcPts val="0"/>
              </a:spcAft>
              <a:buSzPts val="1440"/>
              <a:buNone/>
              <a:defRPr sz="1440"/>
            </a:lvl5pPr>
            <a:lvl6pPr lvl="5" algn="ctr">
              <a:lnSpc>
                <a:spcPct val="90000"/>
              </a:lnSpc>
              <a:spcBef>
                <a:spcPts val="450"/>
              </a:spcBef>
              <a:spcAft>
                <a:spcPts val="0"/>
              </a:spcAft>
              <a:buClr>
                <a:schemeClr val="dk1"/>
              </a:buClr>
              <a:buSzPts val="1440"/>
              <a:buNone/>
              <a:defRPr sz="1440"/>
            </a:lvl6pPr>
            <a:lvl7pPr lvl="6" algn="ctr">
              <a:lnSpc>
                <a:spcPct val="90000"/>
              </a:lnSpc>
              <a:spcBef>
                <a:spcPts val="450"/>
              </a:spcBef>
              <a:spcAft>
                <a:spcPts val="0"/>
              </a:spcAft>
              <a:buClr>
                <a:schemeClr val="dk1"/>
              </a:buClr>
              <a:buSzPts val="1440"/>
              <a:buNone/>
              <a:defRPr sz="1440"/>
            </a:lvl7pPr>
            <a:lvl8pPr lvl="7" algn="ctr">
              <a:lnSpc>
                <a:spcPct val="90000"/>
              </a:lnSpc>
              <a:spcBef>
                <a:spcPts val="450"/>
              </a:spcBef>
              <a:spcAft>
                <a:spcPts val="0"/>
              </a:spcAft>
              <a:buClr>
                <a:schemeClr val="dk1"/>
              </a:buClr>
              <a:buSzPts val="1440"/>
              <a:buNone/>
              <a:defRPr sz="1440"/>
            </a:lvl8pPr>
            <a:lvl9pPr lvl="8" algn="ctr">
              <a:lnSpc>
                <a:spcPct val="90000"/>
              </a:lnSpc>
              <a:spcBef>
                <a:spcPts val="450"/>
              </a:spcBef>
              <a:spcAft>
                <a:spcPts val="0"/>
              </a:spcAft>
              <a:buClr>
                <a:schemeClr val="dk1"/>
              </a:buClr>
              <a:buSzPts val="1440"/>
              <a:buNone/>
              <a:defRPr sz="1440"/>
            </a:lvl9pPr>
          </a:lstStyle>
          <a:p/>
        </p:txBody>
      </p:sp>
      <p:sp>
        <p:nvSpPr>
          <p:cNvPr id="65" name="Google Shape;65;p9"/>
          <p:cNvSpPr txBox="1"/>
          <p:nvPr/>
        </p:nvSpPr>
        <p:spPr>
          <a:xfrm>
            <a:off x="7989570" y="5720715"/>
            <a:ext cx="2468880" cy="328613"/>
          </a:xfrm>
          <a:prstGeom prst="rect">
            <a:avLst/>
          </a:prstGeom>
          <a:noFill/>
          <a:ln>
            <a:noFill/>
          </a:ln>
        </p:spPr>
        <p:txBody>
          <a:bodyPr anchorCtr="0" anchor="ctr" bIns="41125" lIns="82275" spcFirstLastPara="1" rIns="82275" wrap="square" tIns="41125">
            <a:noAutofit/>
          </a:bodyPr>
          <a:lstStyle/>
          <a:p>
            <a:pPr indent="0" lvl="0" marL="0" marR="0" rtl="0" algn="r">
              <a:spcBef>
                <a:spcPts val="0"/>
              </a:spcBef>
              <a:spcAft>
                <a:spcPts val="0"/>
              </a:spcAft>
              <a:buNone/>
            </a:pPr>
            <a:fld id="{00000000-1234-1234-1234-123412341234}" type="slidenum">
              <a:rPr b="1" i="0" lang="en-US" sz="900">
                <a:solidFill>
                  <a:schemeClr val="dk1"/>
                </a:solidFill>
                <a:latin typeface="Arial"/>
                <a:ea typeface="Arial"/>
                <a:cs typeface="Arial"/>
                <a:sym typeface="Arial"/>
              </a:rPr>
              <a:t>‹#›</a:t>
            </a:fld>
            <a:endParaRPr b="1" i="0" sz="900">
              <a:solidFill>
                <a:schemeClr val="dk1"/>
              </a:solidFill>
              <a:latin typeface="Arial"/>
              <a:ea typeface="Arial"/>
              <a:cs typeface="Arial"/>
              <a:sym typeface="Arial"/>
            </a:endParaRPr>
          </a:p>
        </p:txBody>
      </p:sp>
      <p:pic>
        <p:nvPicPr>
          <p:cNvPr descr="A picture containing text, sign&#10;&#10;Description automatically generated" id="66" name="Google Shape;66;p9"/>
          <p:cNvPicPr preferRelativeResize="0"/>
          <p:nvPr/>
        </p:nvPicPr>
        <p:blipFill rotWithShape="1">
          <a:blip r:embed="rId3">
            <a:alphaModFix/>
          </a:blip>
          <a:srcRect b="0" l="0" r="0" t="0"/>
          <a:stretch/>
        </p:blipFill>
        <p:spPr>
          <a:xfrm>
            <a:off x="514351" y="5398170"/>
            <a:ext cx="567015" cy="486851"/>
          </a:xfrm>
          <a:prstGeom prst="rect">
            <a:avLst/>
          </a:prstGeom>
          <a:noFill/>
          <a:ln>
            <a:noFill/>
          </a:ln>
        </p:spPr>
      </p:pic>
    </p:spTree>
  </p:cSld>
  <p:clrMapOvr>
    <a:masterClrMapping/>
  </p:clrMapOvr>
  <p:extLst>
    <p:ext uri="{DCECCB84-F9BA-43D5-87BE-67443E8EF086}">
      <p15:sldGuideLst>
        <p15:guide id="1" pos="360">
          <p15:clr>
            <a:srgbClr val="FBAE40"/>
          </p15:clr>
        </p15:guide>
        <p15:guide id="2" pos="7320">
          <p15:clr>
            <a:srgbClr val="FBAE40"/>
          </p15:clr>
        </p15:guide>
        <p15:guide id="3" orient="horz" pos="360">
          <p15:clr>
            <a:srgbClr val="FBAE40"/>
          </p15:clr>
        </p15:guide>
        <p15:guide id="4" orient="horz" pos="39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No Logo">
  <p:cSld name="Title and Content - No Logo">
    <p:spTree>
      <p:nvGrpSpPr>
        <p:cNvPr id="67" name="Shape 67"/>
        <p:cNvGrpSpPr/>
        <p:nvPr/>
      </p:nvGrpSpPr>
      <p:grpSpPr>
        <a:xfrm>
          <a:off x="0" y="0"/>
          <a:ext cx="0" cy="0"/>
          <a:chOff x="0" y="0"/>
          <a:chExt cx="0" cy="0"/>
        </a:xfrm>
      </p:grpSpPr>
      <p:sp>
        <p:nvSpPr>
          <p:cNvPr id="68" name="Google Shape;68;p10"/>
          <p:cNvSpPr txBox="1"/>
          <p:nvPr>
            <p:ph type="title"/>
          </p:nvPr>
        </p:nvSpPr>
        <p:spPr>
          <a:xfrm>
            <a:off x="514350" y="514350"/>
            <a:ext cx="9944100" cy="100726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0"/>
          <p:cNvSpPr txBox="1"/>
          <p:nvPr>
            <p:ph idx="1" type="body"/>
          </p:nvPr>
        </p:nvSpPr>
        <p:spPr>
          <a:xfrm>
            <a:off x="514350" y="1643062"/>
            <a:ext cx="9944100" cy="4014788"/>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900"/>
              </a:spcBef>
              <a:spcAft>
                <a:spcPts val="0"/>
              </a:spcAft>
              <a:buSzPts val="1440"/>
              <a:buChar char="•"/>
              <a:defRPr sz="1440"/>
            </a:lvl1pPr>
            <a:lvl2pPr indent="-320040" lvl="1" marL="914400" algn="l">
              <a:lnSpc>
                <a:spcPct val="90000"/>
              </a:lnSpc>
              <a:spcBef>
                <a:spcPts val="450"/>
              </a:spcBef>
              <a:spcAft>
                <a:spcPts val="0"/>
              </a:spcAft>
              <a:buSzPts val="1440"/>
              <a:buChar char="•"/>
              <a:defRPr sz="1440"/>
            </a:lvl2pPr>
            <a:lvl3pPr indent="-320040" lvl="2" marL="1371600" algn="l">
              <a:lnSpc>
                <a:spcPct val="90000"/>
              </a:lnSpc>
              <a:spcBef>
                <a:spcPts val="450"/>
              </a:spcBef>
              <a:spcAft>
                <a:spcPts val="0"/>
              </a:spcAft>
              <a:buSzPts val="1440"/>
              <a:buChar char="•"/>
              <a:defRPr sz="1440"/>
            </a:lvl3pPr>
            <a:lvl4pPr indent="-320040" lvl="3" marL="1828800" algn="l">
              <a:lnSpc>
                <a:spcPct val="90000"/>
              </a:lnSpc>
              <a:spcBef>
                <a:spcPts val="450"/>
              </a:spcBef>
              <a:spcAft>
                <a:spcPts val="0"/>
              </a:spcAft>
              <a:buSzPts val="1440"/>
              <a:buChar char="•"/>
              <a:defRPr sz="1440"/>
            </a:lvl4pPr>
            <a:lvl5pPr indent="-320040" lvl="4" marL="2286000" algn="l">
              <a:lnSpc>
                <a:spcPct val="90000"/>
              </a:lnSpc>
              <a:spcBef>
                <a:spcPts val="450"/>
              </a:spcBef>
              <a:spcAft>
                <a:spcPts val="0"/>
              </a:spcAft>
              <a:buSzPts val="1440"/>
              <a:buChar char="•"/>
              <a:defRPr sz="1440"/>
            </a:lvl5pPr>
            <a:lvl6pPr indent="-342900" lvl="5" marL="2743200" algn="l">
              <a:lnSpc>
                <a:spcPct val="90000"/>
              </a:lnSpc>
              <a:spcBef>
                <a:spcPts val="450"/>
              </a:spcBef>
              <a:spcAft>
                <a:spcPts val="0"/>
              </a:spcAft>
              <a:buClr>
                <a:schemeClr val="dk1"/>
              </a:buClr>
              <a:buSzPts val="1800"/>
              <a:buChar char="•"/>
              <a:defRPr/>
            </a:lvl6pPr>
            <a:lvl7pPr indent="-342900" lvl="6" marL="3200400" algn="l">
              <a:lnSpc>
                <a:spcPct val="90000"/>
              </a:lnSpc>
              <a:spcBef>
                <a:spcPts val="450"/>
              </a:spcBef>
              <a:spcAft>
                <a:spcPts val="0"/>
              </a:spcAft>
              <a:buClr>
                <a:schemeClr val="dk1"/>
              </a:buClr>
              <a:buSzPts val="1800"/>
              <a:buChar char="•"/>
              <a:defRPr/>
            </a:lvl7pPr>
            <a:lvl8pPr indent="-342900" lvl="7" marL="3657600" algn="l">
              <a:lnSpc>
                <a:spcPct val="90000"/>
              </a:lnSpc>
              <a:spcBef>
                <a:spcPts val="450"/>
              </a:spcBef>
              <a:spcAft>
                <a:spcPts val="0"/>
              </a:spcAft>
              <a:buClr>
                <a:schemeClr val="dk1"/>
              </a:buClr>
              <a:buSzPts val="1800"/>
              <a:buChar char="•"/>
              <a:defRPr/>
            </a:lvl8pPr>
            <a:lvl9pPr indent="-342900" lvl="8" marL="4114800" algn="l">
              <a:lnSpc>
                <a:spcPct val="90000"/>
              </a:lnSpc>
              <a:spcBef>
                <a:spcPts val="450"/>
              </a:spcBef>
              <a:spcAft>
                <a:spcPts val="0"/>
              </a:spcAft>
              <a:buClr>
                <a:schemeClr val="dk1"/>
              </a:buClr>
              <a:buSzPts val="1800"/>
              <a:buChar char="•"/>
              <a:defRPr/>
            </a:lvl9pPr>
          </a:lstStyle>
          <a:p/>
        </p:txBody>
      </p:sp>
      <p:sp>
        <p:nvSpPr>
          <p:cNvPr id="70" name="Google Shape;70;p10"/>
          <p:cNvSpPr txBox="1"/>
          <p:nvPr/>
        </p:nvSpPr>
        <p:spPr>
          <a:xfrm>
            <a:off x="7989570" y="5720715"/>
            <a:ext cx="2468880" cy="328613"/>
          </a:xfrm>
          <a:prstGeom prst="rect">
            <a:avLst/>
          </a:prstGeom>
          <a:noFill/>
          <a:ln>
            <a:noFill/>
          </a:ln>
        </p:spPr>
        <p:txBody>
          <a:bodyPr anchorCtr="0" anchor="ctr" bIns="41125" lIns="82275" spcFirstLastPara="1" rIns="82275" wrap="square" tIns="41125">
            <a:noAutofit/>
          </a:bodyPr>
          <a:lstStyle/>
          <a:p>
            <a:pPr indent="0" lvl="0" marL="0" marR="0" rtl="0" algn="r">
              <a:spcBef>
                <a:spcPts val="0"/>
              </a:spcBef>
              <a:spcAft>
                <a:spcPts val="0"/>
              </a:spcAft>
              <a:buNone/>
            </a:pPr>
            <a:fld id="{00000000-1234-1234-1234-123412341234}" type="slidenum">
              <a:rPr b="1" i="0" lang="en-US" sz="900">
                <a:solidFill>
                  <a:schemeClr val="dk1"/>
                </a:solidFill>
                <a:latin typeface="Arial"/>
                <a:ea typeface="Arial"/>
                <a:cs typeface="Arial"/>
                <a:sym typeface="Arial"/>
              </a:rPr>
              <a:t>‹#›</a:t>
            </a:fld>
            <a:endParaRPr b="1" i="0" sz="900">
              <a:solidFill>
                <a:schemeClr val="dk1"/>
              </a:solidFill>
              <a:latin typeface="Arial"/>
              <a:ea typeface="Arial"/>
              <a:cs typeface="Arial"/>
              <a:sym typeface="Arial"/>
            </a:endParaRPr>
          </a:p>
        </p:txBody>
      </p:sp>
    </p:spTree>
  </p:cSld>
  <p:clrMapOvr>
    <a:masterClrMapping/>
  </p:clrMapOvr>
  <p:extLst>
    <p:ext uri="{DCECCB84-F9BA-43D5-87BE-67443E8EF086}">
      <p15:sldGuideLst>
        <p15:guide id="1" pos="360">
          <p15:clr>
            <a:srgbClr val="FBAE40"/>
          </p15:clr>
        </p15:guide>
        <p15:guide id="2" pos="7320">
          <p15:clr>
            <a:srgbClr val="FBAE40"/>
          </p15:clr>
        </p15:guide>
        <p15:guide id="3" orient="horz" pos="360">
          <p15:clr>
            <a:srgbClr val="FBAE40"/>
          </p15:clr>
        </p15:guide>
        <p15:guide id="4" orient="horz" pos="39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 Logo" type="twoObj">
  <p:cSld name="TWO_OBJECTS">
    <p:spTree>
      <p:nvGrpSpPr>
        <p:cNvPr id="71" name="Shape 71"/>
        <p:cNvGrpSpPr/>
        <p:nvPr/>
      </p:nvGrpSpPr>
      <p:grpSpPr>
        <a:xfrm>
          <a:off x="0" y="0"/>
          <a:ext cx="0" cy="0"/>
          <a:chOff x="0" y="0"/>
          <a:chExt cx="0" cy="0"/>
        </a:xfrm>
      </p:grpSpPr>
      <p:sp>
        <p:nvSpPr>
          <p:cNvPr id="72" name="Google Shape;72;p11"/>
          <p:cNvSpPr txBox="1"/>
          <p:nvPr>
            <p:ph type="title"/>
          </p:nvPr>
        </p:nvSpPr>
        <p:spPr>
          <a:xfrm>
            <a:off x="514350" y="514350"/>
            <a:ext cx="9944100" cy="100726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1"/>
          <p:cNvSpPr txBox="1"/>
          <p:nvPr>
            <p:ph idx="1" type="body"/>
          </p:nvPr>
        </p:nvSpPr>
        <p:spPr>
          <a:xfrm>
            <a:off x="514350" y="1643062"/>
            <a:ext cx="4903470" cy="4014788"/>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900"/>
              </a:spcBef>
              <a:spcAft>
                <a:spcPts val="0"/>
              </a:spcAft>
              <a:buSzPts val="1440"/>
              <a:buChar char="•"/>
              <a:defRPr sz="1440"/>
            </a:lvl1pPr>
            <a:lvl2pPr indent="-320040" lvl="1" marL="914400" algn="l">
              <a:lnSpc>
                <a:spcPct val="90000"/>
              </a:lnSpc>
              <a:spcBef>
                <a:spcPts val="450"/>
              </a:spcBef>
              <a:spcAft>
                <a:spcPts val="0"/>
              </a:spcAft>
              <a:buSzPts val="1440"/>
              <a:buChar char="•"/>
              <a:defRPr sz="1440"/>
            </a:lvl2pPr>
            <a:lvl3pPr indent="-320040" lvl="2" marL="1371600" algn="l">
              <a:lnSpc>
                <a:spcPct val="90000"/>
              </a:lnSpc>
              <a:spcBef>
                <a:spcPts val="450"/>
              </a:spcBef>
              <a:spcAft>
                <a:spcPts val="0"/>
              </a:spcAft>
              <a:buSzPts val="1440"/>
              <a:buChar char="•"/>
              <a:defRPr sz="1440"/>
            </a:lvl3pPr>
            <a:lvl4pPr indent="-320040" lvl="3" marL="1828800" algn="l">
              <a:lnSpc>
                <a:spcPct val="90000"/>
              </a:lnSpc>
              <a:spcBef>
                <a:spcPts val="450"/>
              </a:spcBef>
              <a:spcAft>
                <a:spcPts val="0"/>
              </a:spcAft>
              <a:buSzPts val="1440"/>
              <a:buChar char="•"/>
              <a:defRPr sz="1440"/>
            </a:lvl4pPr>
            <a:lvl5pPr indent="-320040" lvl="4" marL="2286000" algn="l">
              <a:lnSpc>
                <a:spcPct val="90000"/>
              </a:lnSpc>
              <a:spcBef>
                <a:spcPts val="450"/>
              </a:spcBef>
              <a:spcAft>
                <a:spcPts val="0"/>
              </a:spcAft>
              <a:buSzPts val="1440"/>
              <a:buChar char="•"/>
              <a:defRPr sz="1440"/>
            </a:lvl5pPr>
            <a:lvl6pPr indent="-342900" lvl="5" marL="2743200" algn="l">
              <a:lnSpc>
                <a:spcPct val="90000"/>
              </a:lnSpc>
              <a:spcBef>
                <a:spcPts val="450"/>
              </a:spcBef>
              <a:spcAft>
                <a:spcPts val="0"/>
              </a:spcAft>
              <a:buClr>
                <a:schemeClr val="dk1"/>
              </a:buClr>
              <a:buSzPts val="1800"/>
              <a:buChar char="•"/>
              <a:defRPr/>
            </a:lvl6pPr>
            <a:lvl7pPr indent="-342900" lvl="6" marL="3200400" algn="l">
              <a:lnSpc>
                <a:spcPct val="90000"/>
              </a:lnSpc>
              <a:spcBef>
                <a:spcPts val="450"/>
              </a:spcBef>
              <a:spcAft>
                <a:spcPts val="0"/>
              </a:spcAft>
              <a:buClr>
                <a:schemeClr val="dk1"/>
              </a:buClr>
              <a:buSzPts val="1800"/>
              <a:buChar char="•"/>
              <a:defRPr/>
            </a:lvl7pPr>
            <a:lvl8pPr indent="-342900" lvl="7" marL="3657600" algn="l">
              <a:lnSpc>
                <a:spcPct val="90000"/>
              </a:lnSpc>
              <a:spcBef>
                <a:spcPts val="450"/>
              </a:spcBef>
              <a:spcAft>
                <a:spcPts val="0"/>
              </a:spcAft>
              <a:buClr>
                <a:schemeClr val="dk1"/>
              </a:buClr>
              <a:buSzPts val="1800"/>
              <a:buChar char="•"/>
              <a:defRPr/>
            </a:lvl8pPr>
            <a:lvl9pPr indent="-342900" lvl="8" marL="4114800" algn="l">
              <a:lnSpc>
                <a:spcPct val="90000"/>
              </a:lnSpc>
              <a:spcBef>
                <a:spcPts val="450"/>
              </a:spcBef>
              <a:spcAft>
                <a:spcPts val="0"/>
              </a:spcAft>
              <a:buClr>
                <a:schemeClr val="dk1"/>
              </a:buClr>
              <a:buSzPts val="1800"/>
              <a:buChar char="•"/>
              <a:defRPr/>
            </a:lvl9pPr>
          </a:lstStyle>
          <a:p/>
        </p:txBody>
      </p:sp>
      <p:sp>
        <p:nvSpPr>
          <p:cNvPr id="74" name="Google Shape;74;p11"/>
          <p:cNvSpPr txBox="1"/>
          <p:nvPr>
            <p:ph idx="2" type="body"/>
          </p:nvPr>
        </p:nvSpPr>
        <p:spPr>
          <a:xfrm>
            <a:off x="5554980" y="1643062"/>
            <a:ext cx="4903470" cy="4014787"/>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900"/>
              </a:spcBef>
              <a:spcAft>
                <a:spcPts val="0"/>
              </a:spcAft>
              <a:buSzPts val="1440"/>
              <a:buChar char="•"/>
              <a:defRPr sz="1440"/>
            </a:lvl1pPr>
            <a:lvl2pPr indent="-320040" lvl="1" marL="914400" algn="l">
              <a:lnSpc>
                <a:spcPct val="90000"/>
              </a:lnSpc>
              <a:spcBef>
                <a:spcPts val="450"/>
              </a:spcBef>
              <a:spcAft>
                <a:spcPts val="0"/>
              </a:spcAft>
              <a:buSzPts val="1440"/>
              <a:buChar char="•"/>
              <a:defRPr sz="1440"/>
            </a:lvl2pPr>
            <a:lvl3pPr indent="-320040" lvl="2" marL="1371600" algn="l">
              <a:lnSpc>
                <a:spcPct val="90000"/>
              </a:lnSpc>
              <a:spcBef>
                <a:spcPts val="450"/>
              </a:spcBef>
              <a:spcAft>
                <a:spcPts val="0"/>
              </a:spcAft>
              <a:buSzPts val="1440"/>
              <a:buChar char="•"/>
              <a:defRPr sz="1440"/>
            </a:lvl3pPr>
            <a:lvl4pPr indent="-320040" lvl="3" marL="1828800" algn="l">
              <a:lnSpc>
                <a:spcPct val="90000"/>
              </a:lnSpc>
              <a:spcBef>
                <a:spcPts val="450"/>
              </a:spcBef>
              <a:spcAft>
                <a:spcPts val="0"/>
              </a:spcAft>
              <a:buSzPts val="1440"/>
              <a:buChar char="•"/>
              <a:defRPr sz="1440"/>
            </a:lvl4pPr>
            <a:lvl5pPr indent="-320040" lvl="4" marL="2286000" algn="l">
              <a:lnSpc>
                <a:spcPct val="90000"/>
              </a:lnSpc>
              <a:spcBef>
                <a:spcPts val="450"/>
              </a:spcBef>
              <a:spcAft>
                <a:spcPts val="0"/>
              </a:spcAft>
              <a:buSzPts val="1440"/>
              <a:buChar char="•"/>
              <a:defRPr sz="1440"/>
            </a:lvl5pPr>
            <a:lvl6pPr indent="-342900" lvl="5" marL="2743200" algn="l">
              <a:lnSpc>
                <a:spcPct val="90000"/>
              </a:lnSpc>
              <a:spcBef>
                <a:spcPts val="450"/>
              </a:spcBef>
              <a:spcAft>
                <a:spcPts val="0"/>
              </a:spcAft>
              <a:buClr>
                <a:schemeClr val="dk1"/>
              </a:buClr>
              <a:buSzPts val="1800"/>
              <a:buChar char="•"/>
              <a:defRPr/>
            </a:lvl6pPr>
            <a:lvl7pPr indent="-342900" lvl="6" marL="3200400" algn="l">
              <a:lnSpc>
                <a:spcPct val="90000"/>
              </a:lnSpc>
              <a:spcBef>
                <a:spcPts val="450"/>
              </a:spcBef>
              <a:spcAft>
                <a:spcPts val="0"/>
              </a:spcAft>
              <a:buClr>
                <a:schemeClr val="dk1"/>
              </a:buClr>
              <a:buSzPts val="1800"/>
              <a:buChar char="•"/>
              <a:defRPr/>
            </a:lvl7pPr>
            <a:lvl8pPr indent="-342900" lvl="7" marL="3657600" algn="l">
              <a:lnSpc>
                <a:spcPct val="90000"/>
              </a:lnSpc>
              <a:spcBef>
                <a:spcPts val="450"/>
              </a:spcBef>
              <a:spcAft>
                <a:spcPts val="0"/>
              </a:spcAft>
              <a:buClr>
                <a:schemeClr val="dk1"/>
              </a:buClr>
              <a:buSzPts val="1800"/>
              <a:buChar char="•"/>
              <a:defRPr/>
            </a:lvl8pPr>
            <a:lvl9pPr indent="-342900" lvl="8" marL="4114800" algn="l">
              <a:lnSpc>
                <a:spcPct val="90000"/>
              </a:lnSpc>
              <a:spcBef>
                <a:spcPts val="450"/>
              </a:spcBef>
              <a:spcAft>
                <a:spcPts val="0"/>
              </a:spcAft>
              <a:buClr>
                <a:schemeClr val="dk1"/>
              </a:buClr>
              <a:buSzPts val="1800"/>
              <a:buChar char="•"/>
              <a:defRPr/>
            </a:lvl9pPr>
          </a:lstStyle>
          <a:p/>
        </p:txBody>
      </p:sp>
      <p:pic>
        <p:nvPicPr>
          <p:cNvPr descr="A picture containing text, sign&#10;&#10;Description automatically generated" id="75" name="Google Shape;75;p11"/>
          <p:cNvPicPr preferRelativeResize="0"/>
          <p:nvPr/>
        </p:nvPicPr>
        <p:blipFill rotWithShape="1">
          <a:blip r:embed="rId2">
            <a:alphaModFix/>
          </a:blip>
          <a:srcRect b="0" l="0" r="0" t="0"/>
          <a:stretch/>
        </p:blipFill>
        <p:spPr>
          <a:xfrm>
            <a:off x="514351" y="5398170"/>
            <a:ext cx="567015" cy="486851"/>
          </a:xfrm>
          <a:prstGeom prst="rect">
            <a:avLst/>
          </a:prstGeom>
          <a:noFill/>
          <a:ln>
            <a:noFill/>
          </a:ln>
        </p:spPr>
      </p:pic>
      <p:sp>
        <p:nvSpPr>
          <p:cNvPr id="76" name="Google Shape;76;p11"/>
          <p:cNvSpPr txBox="1"/>
          <p:nvPr/>
        </p:nvSpPr>
        <p:spPr>
          <a:xfrm>
            <a:off x="7989570" y="5720715"/>
            <a:ext cx="2468880" cy="328613"/>
          </a:xfrm>
          <a:prstGeom prst="rect">
            <a:avLst/>
          </a:prstGeom>
          <a:noFill/>
          <a:ln>
            <a:noFill/>
          </a:ln>
        </p:spPr>
        <p:txBody>
          <a:bodyPr anchorCtr="0" anchor="ctr" bIns="41125" lIns="82275" spcFirstLastPara="1" rIns="82275" wrap="square" tIns="41125">
            <a:noAutofit/>
          </a:bodyPr>
          <a:lstStyle/>
          <a:p>
            <a:pPr indent="0" lvl="0" marL="0" marR="0" rtl="0" algn="r">
              <a:spcBef>
                <a:spcPts val="0"/>
              </a:spcBef>
              <a:spcAft>
                <a:spcPts val="0"/>
              </a:spcAft>
              <a:buNone/>
            </a:pPr>
            <a:fld id="{00000000-1234-1234-1234-123412341234}" type="slidenum">
              <a:rPr b="1" i="0" lang="en-US" sz="900">
                <a:solidFill>
                  <a:schemeClr val="dk1"/>
                </a:solidFill>
                <a:latin typeface="Arial"/>
                <a:ea typeface="Arial"/>
                <a:cs typeface="Arial"/>
                <a:sym typeface="Arial"/>
              </a:rPr>
              <a:t>‹#›</a:t>
            </a:fld>
            <a:endParaRPr b="1" i="0" sz="900">
              <a:solidFill>
                <a:schemeClr val="dk1"/>
              </a:solidFill>
              <a:latin typeface="Arial"/>
              <a:ea typeface="Arial"/>
              <a:cs typeface="Arial"/>
              <a:sym typeface="Arial"/>
            </a:endParaRPr>
          </a:p>
        </p:txBody>
      </p:sp>
    </p:spTree>
  </p:cSld>
  <p:clrMapOvr>
    <a:masterClrMapping/>
  </p:clrMapOvr>
  <p:extLst>
    <p:ext uri="{DCECCB84-F9BA-43D5-87BE-67443E8EF086}">
      <p15:sldGuideLst>
        <p15:guide id="1" pos="360">
          <p15:clr>
            <a:srgbClr val="FBAE40"/>
          </p15:clr>
        </p15:guide>
        <p15:guide id="2" pos="7320">
          <p15:clr>
            <a:srgbClr val="FBAE40"/>
          </p15:clr>
        </p15:guide>
        <p15:guide id="3" orient="horz" pos="360">
          <p15:clr>
            <a:srgbClr val="FBAE40"/>
          </p15:clr>
        </p15:guide>
        <p15:guide id="4" orient="horz" pos="39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 No Logo">
  <p:cSld name="Two Column - No Logo">
    <p:spTree>
      <p:nvGrpSpPr>
        <p:cNvPr id="77" name="Shape 77"/>
        <p:cNvGrpSpPr/>
        <p:nvPr/>
      </p:nvGrpSpPr>
      <p:grpSpPr>
        <a:xfrm>
          <a:off x="0" y="0"/>
          <a:ext cx="0" cy="0"/>
          <a:chOff x="0" y="0"/>
          <a:chExt cx="0" cy="0"/>
        </a:xfrm>
      </p:grpSpPr>
      <p:sp>
        <p:nvSpPr>
          <p:cNvPr id="78" name="Google Shape;78;p12"/>
          <p:cNvSpPr txBox="1"/>
          <p:nvPr>
            <p:ph type="title"/>
          </p:nvPr>
        </p:nvSpPr>
        <p:spPr>
          <a:xfrm>
            <a:off x="514350" y="514350"/>
            <a:ext cx="9944100" cy="100726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2"/>
          <p:cNvSpPr txBox="1"/>
          <p:nvPr>
            <p:ph idx="1" type="body"/>
          </p:nvPr>
        </p:nvSpPr>
        <p:spPr>
          <a:xfrm>
            <a:off x="514350" y="1643062"/>
            <a:ext cx="4903470" cy="4014788"/>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900"/>
              </a:spcBef>
              <a:spcAft>
                <a:spcPts val="0"/>
              </a:spcAft>
              <a:buSzPts val="1440"/>
              <a:buChar char="•"/>
              <a:defRPr sz="1440"/>
            </a:lvl1pPr>
            <a:lvl2pPr indent="-320040" lvl="1" marL="914400" algn="l">
              <a:lnSpc>
                <a:spcPct val="90000"/>
              </a:lnSpc>
              <a:spcBef>
                <a:spcPts val="450"/>
              </a:spcBef>
              <a:spcAft>
                <a:spcPts val="0"/>
              </a:spcAft>
              <a:buSzPts val="1440"/>
              <a:buChar char="•"/>
              <a:defRPr sz="1440"/>
            </a:lvl2pPr>
            <a:lvl3pPr indent="-320040" lvl="2" marL="1371600" algn="l">
              <a:lnSpc>
                <a:spcPct val="90000"/>
              </a:lnSpc>
              <a:spcBef>
                <a:spcPts val="450"/>
              </a:spcBef>
              <a:spcAft>
                <a:spcPts val="0"/>
              </a:spcAft>
              <a:buSzPts val="1440"/>
              <a:buChar char="•"/>
              <a:defRPr sz="1440"/>
            </a:lvl3pPr>
            <a:lvl4pPr indent="-320040" lvl="3" marL="1828800" algn="l">
              <a:lnSpc>
                <a:spcPct val="90000"/>
              </a:lnSpc>
              <a:spcBef>
                <a:spcPts val="450"/>
              </a:spcBef>
              <a:spcAft>
                <a:spcPts val="0"/>
              </a:spcAft>
              <a:buSzPts val="1440"/>
              <a:buChar char="•"/>
              <a:defRPr sz="1440"/>
            </a:lvl4pPr>
            <a:lvl5pPr indent="-320040" lvl="4" marL="2286000" algn="l">
              <a:lnSpc>
                <a:spcPct val="90000"/>
              </a:lnSpc>
              <a:spcBef>
                <a:spcPts val="450"/>
              </a:spcBef>
              <a:spcAft>
                <a:spcPts val="0"/>
              </a:spcAft>
              <a:buSzPts val="1440"/>
              <a:buChar char="•"/>
              <a:defRPr sz="1440"/>
            </a:lvl5pPr>
            <a:lvl6pPr indent="-342900" lvl="5" marL="2743200" algn="l">
              <a:lnSpc>
                <a:spcPct val="90000"/>
              </a:lnSpc>
              <a:spcBef>
                <a:spcPts val="450"/>
              </a:spcBef>
              <a:spcAft>
                <a:spcPts val="0"/>
              </a:spcAft>
              <a:buClr>
                <a:schemeClr val="dk1"/>
              </a:buClr>
              <a:buSzPts val="1800"/>
              <a:buChar char="•"/>
              <a:defRPr/>
            </a:lvl6pPr>
            <a:lvl7pPr indent="-342900" lvl="6" marL="3200400" algn="l">
              <a:lnSpc>
                <a:spcPct val="90000"/>
              </a:lnSpc>
              <a:spcBef>
                <a:spcPts val="450"/>
              </a:spcBef>
              <a:spcAft>
                <a:spcPts val="0"/>
              </a:spcAft>
              <a:buClr>
                <a:schemeClr val="dk1"/>
              </a:buClr>
              <a:buSzPts val="1800"/>
              <a:buChar char="•"/>
              <a:defRPr/>
            </a:lvl7pPr>
            <a:lvl8pPr indent="-342900" lvl="7" marL="3657600" algn="l">
              <a:lnSpc>
                <a:spcPct val="90000"/>
              </a:lnSpc>
              <a:spcBef>
                <a:spcPts val="450"/>
              </a:spcBef>
              <a:spcAft>
                <a:spcPts val="0"/>
              </a:spcAft>
              <a:buClr>
                <a:schemeClr val="dk1"/>
              </a:buClr>
              <a:buSzPts val="1800"/>
              <a:buChar char="•"/>
              <a:defRPr/>
            </a:lvl8pPr>
            <a:lvl9pPr indent="-342900" lvl="8" marL="4114800" algn="l">
              <a:lnSpc>
                <a:spcPct val="90000"/>
              </a:lnSpc>
              <a:spcBef>
                <a:spcPts val="450"/>
              </a:spcBef>
              <a:spcAft>
                <a:spcPts val="0"/>
              </a:spcAft>
              <a:buClr>
                <a:schemeClr val="dk1"/>
              </a:buClr>
              <a:buSzPts val="1800"/>
              <a:buChar char="•"/>
              <a:defRPr/>
            </a:lvl9pPr>
          </a:lstStyle>
          <a:p/>
        </p:txBody>
      </p:sp>
      <p:sp>
        <p:nvSpPr>
          <p:cNvPr id="80" name="Google Shape;80;p12"/>
          <p:cNvSpPr txBox="1"/>
          <p:nvPr>
            <p:ph idx="2" type="body"/>
          </p:nvPr>
        </p:nvSpPr>
        <p:spPr>
          <a:xfrm>
            <a:off x="5554980" y="1643062"/>
            <a:ext cx="4903470" cy="4014787"/>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900"/>
              </a:spcBef>
              <a:spcAft>
                <a:spcPts val="0"/>
              </a:spcAft>
              <a:buSzPts val="1440"/>
              <a:buChar char="•"/>
              <a:defRPr sz="1440"/>
            </a:lvl1pPr>
            <a:lvl2pPr indent="-320040" lvl="1" marL="914400" algn="l">
              <a:lnSpc>
                <a:spcPct val="90000"/>
              </a:lnSpc>
              <a:spcBef>
                <a:spcPts val="450"/>
              </a:spcBef>
              <a:spcAft>
                <a:spcPts val="0"/>
              </a:spcAft>
              <a:buSzPts val="1440"/>
              <a:buChar char="•"/>
              <a:defRPr sz="1440"/>
            </a:lvl2pPr>
            <a:lvl3pPr indent="-320040" lvl="2" marL="1371600" algn="l">
              <a:lnSpc>
                <a:spcPct val="90000"/>
              </a:lnSpc>
              <a:spcBef>
                <a:spcPts val="450"/>
              </a:spcBef>
              <a:spcAft>
                <a:spcPts val="0"/>
              </a:spcAft>
              <a:buSzPts val="1440"/>
              <a:buChar char="•"/>
              <a:defRPr sz="1440"/>
            </a:lvl3pPr>
            <a:lvl4pPr indent="-320040" lvl="3" marL="1828800" algn="l">
              <a:lnSpc>
                <a:spcPct val="90000"/>
              </a:lnSpc>
              <a:spcBef>
                <a:spcPts val="450"/>
              </a:spcBef>
              <a:spcAft>
                <a:spcPts val="0"/>
              </a:spcAft>
              <a:buSzPts val="1440"/>
              <a:buChar char="•"/>
              <a:defRPr sz="1440"/>
            </a:lvl4pPr>
            <a:lvl5pPr indent="-320040" lvl="4" marL="2286000" algn="l">
              <a:lnSpc>
                <a:spcPct val="90000"/>
              </a:lnSpc>
              <a:spcBef>
                <a:spcPts val="450"/>
              </a:spcBef>
              <a:spcAft>
                <a:spcPts val="0"/>
              </a:spcAft>
              <a:buSzPts val="1440"/>
              <a:buChar char="•"/>
              <a:defRPr sz="1440"/>
            </a:lvl5pPr>
            <a:lvl6pPr indent="-342900" lvl="5" marL="2743200" algn="l">
              <a:lnSpc>
                <a:spcPct val="90000"/>
              </a:lnSpc>
              <a:spcBef>
                <a:spcPts val="450"/>
              </a:spcBef>
              <a:spcAft>
                <a:spcPts val="0"/>
              </a:spcAft>
              <a:buClr>
                <a:schemeClr val="dk1"/>
              </a:buClr>
              <a:buSzPts val="1800"/>
              <a:buChar char="•"/>
              <a:defRPr/>
            </a:lvl6pPr>
            <a:lvl7pPr indent="-342900" lvl="6" marL="3200400" algn="l">
              <a:lnSpc>
                <a:spcPct val="90000"/>
              </a:lnSpc>
              <a:spcBef>
                <a:spcPts val="450"/>
              </a:spcBef>
              <a:spcAft>
                <a:spcPts val="0"/>
              </a:spcAft>
              <a:buClr>
                <a:schemeClr val="dk1"/>
              </a:buClr>
              <a:buSzPts val="1800"/>
              <a:buChar char="•"/>
              <a:defRPr/>
            </a:lvl7pPr>
            <a:lvl8pPr indent="-342900" lvl="7" marL="3657600" algn="l">
              <a:lnSpc>
                <a:spcPct val="90000"/>
              </a:lnSpc>
              <a:spcBef>
                <a:spcPts val="450"/>
              </a:spcBef>
              <a:spcAft>
                <a:spcPts val="0"/>
              </a:spcAft>
              <a:buClr>
                <a:schemeClr val="dk1"/>
              </a:buClr>
              <a:buSzPts val="1800"/>
              <a:buChar char="•"/>
              <a:defRPr/>
            </a:lvl8pPr>
            <a:lvl9pPr indent="-342900" lvl="8" marL="4114800" algn="l">
              <a:lnSpc>
                <a:spcPct val="90000"/>
              </a:lnSpc>
              <a:spcBef>
                <a:spcPts val="450"/>
              </a:spcBef>
              <a:spcAft>
                <a:spcPts val="0"/>
              </a:spcAft>
              <a:buClr>
                <a:schemeClr val="dk1"/>
              </a:buClr>
              <a:buSzPts val="1800"/>
              <a:buChar char="•"/>
              <a:defRPr/>
            </a:lvl9pPr>
          </a:lstStyle>
          <a:p/>
        </p:txBody>
      </p:sp>
      <p:sp>
        <p:nvSpPr>
          <p:cNvPr id="81" name="Google Shape;81;p12"/>
          <p:cNvSpPr txBox="1"/>
          <p:nvPr/>
        </p:nvSpPr>
        <p:spPr>
          <a:xfrm>
            <a:off x="7989570" y="5720715"/>
            <a:ext cx="2468880" cy="328613"/>
          </a:xfrm>
          <a:prstGeom prst="rect">
            <a:avLst/>
          </a:prstGeom>
          <a:noFill/>
          <a:ln>
            <a:noFill/>
          </a:ln>
        </p:spPr>
        <p:txBody>
          <a:bodyPr anchorCtr="0" anchor="ctr" bIns="41125" lIns="82275" spcFirstLastPara="1" rIns="82275" wrap="square" tIns="41125">
            <a:noAutofit/>
          </a:bodyPr>
          <a:lstStyle/>
          <a:p>
            <a:pPr indent="0" lvl="0" marL="0" marR="0" rtl="0" algn="r">
              <a:spcBef>
                <a:spcPts val="0"/>
              </a:spcBef>
              <a:spcAft>
                <a:spcPts val="0"/>
              </a:spcAft>
              <a:buNone/>
            </a:pPr>
            <a:fld id="{00000000-1234-1234-1234-123412341234}" type="slidenum">
              <a:rPr b="1" i="0" lang="en-US" sz="900">
                <a:solidFill>
                  <a:schemeClr val="dk1"/>
                </a:solidFill>
                <a:latin typeface="Arial"/>
                <a:ea typeface="Arial"/>
                <a:cs typeface="Arial"/>
                <a:sym typeface="Arial"/>
              </a:rPr>
              <a:t>‹#›</a:t>
            </a:fld>
            <a:endParaRPr b="1" i="0" sz="900">
              <a:solidFill>
                <a:schemeClr val="dk1"/>
              </a:solidFill>
              <a:latin typeface="Arial"/>
              <a:ea typeface="Arial"/>
              <a:cs typeface="Arial"/>
              <a:sym typeface="Arial"/>
            </a:endParaRPr>
          </a:p>
        </p:txBody>
      </p:sp>
    </p:spTree>
  </p:cSld>
  <p:clrMapOvr>
    <a:masterClrMapping/>
  </p:clrMapOvr>
  <p:extLst>
    <p:ext uri="{DCECCB84-F9BA-43D5-87BE-67443E8EF086}">
      <p15:sldGuideLst>
        <p15:guide id="1" pos="360">
          <p15:clr>
            <a:srgbClr val="FBAE40"/>
          </p15:clr>
        </p15:guide>
        <p15:guide id="2" pos="7320">
          <p15:clr>
            <a:srgbClr val="FBAE40"/>
          </p15:clr>
        </p15:guide>
        <p15:guide id="3" orient="horz" pos="360">
          <p15:clr>
            <a:srgbClr val="FBAE40"/>
          </p15:clr>
        </p15:guide>
        <p15:guide id="4" orient="horz" pos="39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and Title - Logo" type="twoTxTwoObj">
  <p:cSld name="TWO_OBJECTS_WITH_TEXT">
    <p:spTree>
      <p:nvGrpSpPr>
        <p:cNvPr id="82" name="Shape 82"/>
        <p:cNvGrpSpPr/>
        <p:nvPr/>
      </p:nvGrpSpPr>
      <p:grpSpPr>
        <a:xfrm>
          <a:off x="0" y="0"/>
          <a:ext cx="0" cy="0"/>
          <a:chOff x="0" y="0"/>
          <a:chExt cx="0" cy="0"/>
        </a:xfrm>
      </p:grpSpPr>
      <p:sp>
        <p:nvSpPr>
          <p:cNvPr id="83" name="Google Shape;83;p13"/>
          <p:cNvSpPr txBox="1"/>
          <p:nvPr>
            <p:ph type="title"/>
          </p:nvPr>
        </p:nvSpPr>
        <p:spPr>
          <a:xfrm>
            <a:off x="514350" y="514350"/>
            <a:ext cx="9944100" cy="100726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3"/>
          <p:cNvSpPr txBox="1"/>
          <p:nvPr>
            <p:ph idx="1" type="body"/>
          </p:nvPr>
        </p:nvSpPr>
        <p:spPr>
          <a:xfrm>
            <a:off x="514350" y="1283818"/>
            <a:ext cx="4883468" cy="415553"/>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900"/>
              </a:spcBef>
              <a:spcAft>
                <a:spcPts val="0"/>
              </a:spcAft>
              <a:buSzPts val="1800"/>
              <a:buNone/>
              <a:defRPr b="1" i="0" sz="1800">
                <a:solidFill>
                  <a:schemeClr val="accent1"/>
                </a:solidFill>
                <a:latin typeface="Arial"/>
                <a:ea typeface="Arial"/>
                <a:cs typeface="Arial"/>
                <a:sym typeface="Arial"/>
              </a:defRPr>
            </a:lvl1pPr>
            <a:lvl2pPr indent="-228600" lvl="1" marL="914400" algn="l">
              <a:lnSpc>
                <a:spcPct val="90000"/>
              </a:lnSpc>
              <a:spcBef>
                <a:spcPts val="450"/>
              </a:spcBef>
              <a:spcAft>
                <a:spcPts val="0"/>
              </a:spcAft>
              <a:buSzPts val="1800"/>
              <a:buNone/>
              <a:defRPr b="1" sz="1800"/>
            </a:lvl2pPr>
            <a:lvl3pPr indent="-228600" lvl="2" marL="1371600" algn="l">
              <a:lnSpc>
                <a:spcPct val="90000"/>
              </a:lnSpc>
              <a:spcBef>
                <a:spcPts val="450"/>
              </a:spcBef>
              <a:spcAft>
                <a:spcPts val="0"/>
              </a:spcAft>
              <a:buSzPts val="1620"/>
              <a:buNone/>
              <a:defRPr b="1" sz="1620"/>
            </a:lvl3pPr>
            <a:lvl4pPr indent="-228600" lvl="3" marL="1828800" algn="l">
              <a:lnSpc>
                <a:spcPct val="90000"/>
              </a:lnSpc>
              <a:spcBef>
                <a:spcPts val="450"/>
              </a:spcBef>
              <a:spcAft>
                <a:spcPts val="0"/>
              </a:spcAft>
              <a:buSzPts val="1440"/>
              <a:buNone/>
              <a:defRPr b="1" sz="1440"/>
            </a:lvl4pPr>
            <a:lvl5pPr indent="-228600" lvl="4" marL="2286000" algn="l">
              <a:lnSpc>
                <a:spcPct val="90000"/>
              </a:lnSpc>
              <a:spcBef>
                <a:spcPts val="450"/>
              </a:spcBef>
              <a:spcAft>
                <a:spcPts val="0"/>
              </a:spcAft>
              <a:buSzPts val="1440"/>
              <a:buNone/>
              <a:defRPr b="1" sz="1440"/>
            </a:lvl5pPr>
            <a:lvl6pPr indent="-228600" lvl="5" marL="2743200" algn="l">
              <a:lnSpc>
                <a:spcPct val="90000"/>
              </a:lnSpc>
              <a:spcBef>
                <a:spcPts val="450"/>
              </a:spcBef>
              <a:spcAft>
                <a:spcPts val="0"/>
              </a:spcAft>
              <a:buClr>
                <a:schemeClr val="dk1"/>
              </a:buClr>
              <a:buSzPts val="1440"/>
              <a:buNone/>
              <a:defRPr b="1" sz="1440"/>
            </a:lvl6pPr>
            <a:lvl7pPr indent="-228600" lvl="6" marL="3200400" algn="l">
              <a:lnSpc>
                <a:spcPct val="90000"/>
              </a:lnSpc>
              <a:spcBef>
                <a:spcPts val="450"/>
              </a:spcBef>
              <a:spcAft>
                <a:spcPts val="0"/>
              </a:spcAft>
              <a:buClr>
                <a:schemeClr val="dk1"/>
              </a:buClr>
              <a:buSzPts val="1440"/>
              <a:buNone/>
              <a:defRPr b="1" sz="1440"/>
            </a:lvl7pPr>
            <a:lvl8pPr indent="-228600" lvl="7" marL="3657600" algn="l">
              <a:lnSpc>
                <a:spcPct val="90000"/>
              </a:lnSpc>
              <a:spcBef>
                <a:spcPts val="450"/>
              </a:spcBef>
              <a:spcAft>
                <a:spcPts val="0"/>
              </a:spcAft>
              <a:buClr>
                <a:schemeClr val="dk1"/>
              </a:buClr>
              <a:buSzPts val="1440"/>
              <a:buNone/>
              <a:defRPr b="1" sz="1440"/>
            </a:lvl8pPr>
            <a:lvl9pPr indent="-228600" lvl="8" marL="4114800" algn="l">
              <a:lnSpc>
                <a:spcPct val="90000"/>
              </a:lnSpc>
              <a:spcBef>
                <a:spcPts val="450"/>
              </a:spcBef>
              <a:spcAft>
                <a:spcPts val="0"/>
              </a:spcAft>
              <a:buClr>
                <a:schemeClr val="dk1"/>
              </a:buClr>
              <a:buSzPts val="1440"/>
              <a:buNone/>
              <a:defRPr b="1" sz="1440"/>
            </a:lvl9pPr>
          </a:lstStyle>
          <a:p/>
        </p:txBody>
      </p:sp>
      <p:sp>
        <p:nvSpPr>
          <p:cNvPr id="85" name="Google Shape;85;p13"/>
          <p:cNvSpPr txBox="1"/>
          <p:nvPr>
            <p:ph idx="2" type="body"/>
          </p:nvPr>
        </p:nvSpPr>
        <p:spPr>
          <a:xfrm>
            <a:off x="518465" y="1859889"/>
            <a:ext cx="4883468" cy="3798175"/>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900"/>
              </a:spcBef>
              <a:spcAft>
                <a:spcPts val="0"/>
              </a:spcAft>
              <a:buSzPts val="1440"/>
              <a:buChar char="•"/>
              <a:defRPr sz="1440"/>
            </a:lvl1pPr>
            <a:lvl2pPr indent="-320040" lvl="1" marL="914400" algn="l">
              <a:lnSpc>
                <a:spcPct val="90000"/>
              </a:lnSpc>
              <a:spcBef>
                <a:spcPts val="450"/>
              </a:spcBef>
              <a:spcAft>
                <a:spcPts val="0"/>
              </a:spcAft>
              <a:buSzPts val="1440"/>
              <a:buChar char="•"/>
              <a:defRPr sz="1440"/>
            </a:lvl2pPr>
            <a:lvl3pPr indent="-320040" lvl="2" marL="1371600" algn="l">
              <a:lnSpc>
                <a:spcPct val="90000"/>
              </a:lnSpc>
              <a:spcBef>
                <a:spcPts val="450"/>
              </a:spcBef>
              <a:spcAft>
                <a:spcPts val="0"/>
              </a:spcAft>
              <a:buSzPts val="1440"/>
              <a:buChar char="•"/>
              <a:defRPr sz="1440"/>
            </a:lvl3pPr>
            <a:lvl4pPr indent="-320040" lvl="3" marL="1828800" algn="l">
              <a:lnSpc>
                <a:spcPct val="90000"/>
              </a:lnSpc>
              <a:spcBef>
                <a:spcPts val="450"/>
              </a:spcBef>
              <a:spcAft>
                <a:spcPts val="0"/>
              </a:spcAft>
              <a:buSzPts val="1440"/>
              <a:buChar char="•"/>
              <a:defRPr sz="1440"/>
            </a:lvl4pPr>
            <a:lvl5pPr indent="-320040" lvl="4" marL="2286000" algn="l">
              <a:lnSpc>
                <a:spcPct val="90000"/>
              </a:lnSpc>
              <a:spcBef>
                <a:spcPts val="450"/>
              </a:spcBef>
              <a:spcAft>
                <a:spcPts val="0"/>
              </a:spcAft>
              <a:buSzPts val="1440"/>
              <a:buChar char="•"/>
              <a:defRPr sz="1440"/>
            </a:lvl5pPr>
            <a:lvl6pPr indent="-342900" lvl="5" marL="2743200" algn="l">
              <a:lnSpc>
                <a:spcPct val="90000"/>
              </a:lnSpc>
              <a:spcBef>
                <a:spcPts val="450"/>
              </a:spcBef>
              <a:spcAft>
                <a:spcPts val="0"/>
              </a:spcAft>
              <a:buClr>
                <a:schemeClr val="dk1"/>
              </a:buClr>
              <a:buSzPts val="1800"/>
              <a:buChar char="•"/>
              <a:defRPr/>
            </a:lvl6pPr>
            <a:lvl7pPr indent="-342900" lvl="6" marL="3200400" algn="l">
              <a:lnSpc>
                <a:spcPct val="90000"/>
              </a:lnSpc>
              <a:spcBef>
                <a:spcPts val="450"/>
              </a:spcBef>
              <a:spcAft>
                <a:spcPts val="0"/>
              </a:spcAft>
              <a:buClr>
                <a:schemeClr val="dk1"/>
              </a:buClr>
              <a:buSzPts val="1800"/>
              <a:buChar char="•"/>
              <a:defRPr/>
            </a:lvl7pPr>
            <a:lvl8pPr indent="-342900" lvl="7" marL="3657600" algn="l">
              <a:lnSpc>
                <a:spcPct val="90000"/>
              </a:lnSpc>
              <a:spcBef>
                <a:spcPts val="450"/>
              </a:spcBef>
              <a:spcAft>
                <a:spcPts val="0"/>
              </a:spcAft>
              <a:buClr>
                <a:schemeClr val="dk1"/>
              </a:buClr>
              <a:buSzPts val="1800"/>
              <a:buChar char="•"/>
              <a:defRPr/>
            </a:lvl8pPr>
            <a:lvl9pPr indent="-342900" lvl="8" marL="4114800" algn="l">
              <a:lnSpc>
                <a:spcPct val="90000"/>
              </a:lnSpc>
              <a:spcBef>
                <a:spcPts val="450"/>
              </a:spcBef>
              <a:spcAft>
                <a:spcPts val="0"/>
              </a:spcAft>
              <a:buClr>
                <a:schemeClr val="dk1"/>
              </a:buClr>
              <a:buSzPts val="1800"/>
              <a:buChar char="•"/>
              <a:defRPr/>
            </a:lvl9pPr>
          </a:lstStyle>
          <a:p/>
        </p:txBody>
      </p:sp>
      <p:sp>
        <p:nvSpPr>
          <p:cNvPr id="86" name="Google Shape;86;p13"/>
          <p:cNvSpPr txBox="1"/>
          <p:nvPr>
            <p:ph idx="3" type="body"/>
          </p:nvPr>
        </p:nvSpPr>
        <p:spPr>
          <a:xfrm>
            <a:off x="5554980" y="1283817"/>
            <a:ext cx="4903470" cy="41555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900"/>
              </a:spcBef>
              <a:spcAft>
                <a:spcPts val="0"/>
              </a:spcAft>
              <a:buSzPts val="1800"/>
              <a:buNone/>
              <a:defRPr b="1" i="0" sz="1800">
                <a:solidFill>
                  <a:schemeClr val="accent1"/>
                </a:solidFill>
                <a:latin typeface="Arial"/>
                <a:ea typeface="Arial"/>
                <a:cs typeface="Arial"/>
                <a:sym typeface="Arial"/>
              </a:defRPr>
            </a:lvl1pPr>
            <a:lvl2pPr indent="-228600" lvl="1" marL="914400" algn="l">
              <a:lnSpc>
                <a:spcPct val="90000"/>
              </a:lnSpc>
              <a:spcBef>
                <a:spcPts val="450"/>
              </a:spcBef>
              <a:spcAft>
                <a:spcPts val="0"/>
              </a:spcAft>
              <a:buSzPts val="1800"/>
              <a:buNone/>
              <a:defRPr b="1" sz="1800"/>
            </a:lvl2pPr>
            <a:lvl3pPr indent="-228600" lvl="2" marL="1371600" algn="l">
              <a:lnSpc>
                <a:spcPct val="90000"/>
              </a:lnSpc>
              <a:spcBef>
                <a:spcPts val="450"/>
              </a:spcBef>
              <a:spcAft>
                <a:spcPts val="0"/>
              </a:spcAft>
              <a:buSzPts val="1620"/>
              <a:buNone/>
              <a:defRPr b="1" sz="1620"/>
            </a:lvl3pPr>
            <a:lvl4pPr indent="-228600" lvl="3" marL="1828800" algn="l">
              <a:lnSpc>
                <a:spcPct val="90000"/>
              </a:lnSpc>
              <a:spcBef>
                <a:spcPts val="450"/>
              </a:spcBef>
              <a:spcAft>
                <a:spcPts val="0"/>
              </a:spcAft>
              <a:buSzPts val="1440"/>
              <a:buNone/>
              <a:defRPr b="1" sz="1440"/>
            </a:lvl4pPr>
            <a:lvl5pPr indent="-228600" lvl="4" marL="2286000" algn="l">
              <a:lnSpc>
                <a:spcPct val="90000"/>
              </a:lnSpc>
              <a:spcBef>
                <a:spcPts val="450"/>
              </a:spcBef>
              <a:spcAft>
                <a:spcPts val="0"/>
              </a:spcAft>
              <a:buSzPts val="1440"/>
              <a:buNone/>
              <a:defRPr b="1" sz="1440"/>
            </a:lvl5pPr>
            <a:lvl6pPr indent="-228600" lvl="5" marL="2743200" algn="l">
              <a:lnSpc>
                <a:spcPct val="90000"/>
              </a:lnSpc>
              <a:spcBef>
                <a:spcPts val="450"/>
              </a:spcBef>
              <a:spcAft>
                <a:spcPts val="0"/>
              </a:spcAft>
              <a:buClr>
                <a:schemeClr val="dk1"/>
              </a:buClr>
              <a:buSzPts val="1440"/>
              <a:buNone/>
              <a:defRPr b="1" sz="1440"/>
            </a:lvl6pPr>
            <a:lvl7pPr indent="-228600" lvl="6" marL="3200400" algn="l">
              <a:lnSpc>
                <a:spcPct val="90000"/>
              </a:lnSpc>
              <a:spcBef>
                <a:spcPts val="450"/>
              </a:spcBef>
              <a:spcAft>
                <a:spcPts val="0"/>
              </a:spcAft>
              <a:buClr>
                <a:schemeClr val="dk1"/>
              </a:buClr>
              <a:buSzPts val="1440"/>
              <a:buNone/>
              <a:defRPr b="1" sz="1440"/>
            </a:lvl7pPr>
            <a:lvl8pPr indent="-228600" lvl="7" marL="3657600" algn="l">
              <a:lnSpc>
                <a:spcPct val="90000"/>
              </a:lnSpc>
              <a:spcBef>
                <a:spcPts val="450"/>
              </a:spcBef>
              <a:spcAft>
                <a:spcPts val="0"/>
              </a:spcAft>
              <a:buClr>
                <a:schemeClr val="dk1"/>
              </a:buClr>
              <a:buSzPts val="1440"/>
              <a:buNone/>
              <a:defRPr b="1" sz="1440"/>
            </a:lvl8pPr>
            <a:lvl9pPr indent="-228600" lvl="8" marL="4114800" algn="l">
              <a:lnSpc>
                <a:spcPct val="90000"/>
              </a:lnSpc>
              <a:spcBef>
                <a:spcPts val="450"/>
              </a:spcBef>
              <a:spcAft>
                <a:spcPts val="0"/>
              </a:spcAft>
              <a:buClr>
                <a:schemeClr val="dk1"/>
              </a:buClr>
              <a:buSzPts val="1440"/>
              <a:buNone/>
              <a:defRPr b="1" sz="1440"/>
            </a:lvl9pPr>
          </a:lstStyle>
          <a:p/>
        </p:txBody>
      </p:sp>
      <p:sp>
        <p:nvSpPr>
          <p:cNvPr id="87" name="Google Shape;87;p13"/>
          <p:cNvSpPr txBox="1"/>
          <p:nvPr>
            <p:ph idx="4" type="body"/>
          </p:nvPr>
        </p:nvSpPr>
        <p:spPr>
          <a:xfrm>
            <a:off x="5554980" y="1859675"/>
            <a:ext cx="4903470" cy="3798175"/>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900"/>
              </a:spcBef>
              <a:spcAft>
                <a:spcPts val="0"/>
              </a:spcAft>
              <a:buSzPts val="1440"/>
              <a:buChar char="•"/>
              <a:defRPr sz="1440"/>
            </a:lvl1pPr>
            <a:lvl2pPr indent="-320040" lvl="1" marL="914400" algn="l">
              <a:lnSpc>
                <a:spcPct val="90000"/>
              </a:lnSpc>
              <a:spcBef>
                <a:spcPts val="450"/>
              </a:spcBef>
              <a:spcAft>
                <a:spcPts val="0"/>
              </a:spcAft>
              <a:buSzPts val="1440"/>
              <a:buChar char="•"/>
              <a:defRPr sz="1440"/>
            </a:lvl2pPr>
            <a:lvl3pPr indent="-320040" lvl="2" marL="1371600" algn="l">
              <a:lnSpc>
                <a:spcPct val="90000"/>
              </a:lnSpc>
              <a:spcBef>
                <a:spcPts val="450"/>
              </a:spcBef>
              <a:spcAft>
                <a:spcPts val="0"/>
              </a:spcAft>
              <a:buSzPts val="1440"/>
              <a:buChar char="•"/>
              <a:defRPr sz="1440"/>
            </a:lvl3pPr>
            <a:lvl4pPr indent="-320040" lvl="3" marL="1828800" algn="l">
              <a:lnSpc>
                <a:spcPct val="90000"/>
              </a:lnSpc>
              <a:spcBef>
                <a:spcPts val="450"/>
              </a:spcBef>
              <a:spcAft>
                <a:spcPts val="0"/>
              </a:spcAft>
              <a:buSzPts val="1440"/>
              <a:buChar char="•"/>
              <a:defRPr sz="1440"/>
            </a:lvl4pPr>
            <a:lvl5pPr indent="-320040" lvl="4" marL="2286000" algn="l">
              <a:lnSpc>
                <a:spcPct val="90000"/>
              </a:lnSpc>
              <a:spcBef>
                <a:spcPts val="450"/>
              </a:spcBef>
              <a:spcAft>
                <a:spcPts val="0"/>
              </a:spcAft>
              <a:buSzPts val="1440"/>
              <a:buChar char="•"/>
              <a:defRPr sz="1440"/>
            </a:lvl5pPr>
            <a:lvl6pPr indent="-342900" lvl="5" marL="2743200" algn="l">
              <a:lnSpc>
                <a:spcPct val="90000"/>
              </a:lnSpc>
              <a:spcBef>
                <a:spcPts val="450"/>
              </a:spcBef>
              <a:spcAft>
                <a:spcPts val="0"/>
              </a:spcAft>
              <a:buClr>
                <a:schemeClr val="dk1"/>
              </a:buClr>
              <a:buSzPts val="1800"/>
              <a:buChar char="•"/>
              <a:defRPr/>
            </a:lvl6pPr>
            <a:lvl7pPr indent="-342900" lvl="6" marL="3200400" algn="l">
              <a:lnSpc>
                <a:spcPct val="90000"/>
              </a:lnSpc>
              <a:spcBef>
                <a:spcPts val="450"/>
              </a:spcBef>
              <a:spcAft>
                <a:spcPts val="0"/>
              </a:spcAft>
              <a:buClr>
                <a:schemeClr val="dk1"/>
              </a:buClr>
              <a:buSzPts val="1800"/>
              <a:buChar char="•"/>
              <a:defRPr/>
            </a:lvl7pPr>
            <a:lvl8pPr indent="-342900" lvl="7" marL="3657600" algn="l">
              <a:lnSpc>
                <a:spcPct val="90000"/>
              </a:lnSpc>
              <a:spcBef>
                <a:spcPts val="450"/>
              </a:spcBef>
              <a:spcAft>
                <a:spcPts val="0"/>
              </a:spcAft>
              <a:buClr>
                <a:schemeClr val="dk1"/>
              </a:buClr>
              <a:buSzPts val="1800"/>
              <a:buChar char="•"/>
              <a:defRPr/>
            </a:lvl8pPr>
            <a:lvl9pPr indent="-342900" lvl="8" marL="4114800" algn="l">
              <a:lnSpc>
                <a:spcPct val="90000"/>
              </a:lnSpc>
              <a:spcBef>
                <a:spcPts val="450"/>
              </a:spcBef>
              <a:spcAft>
                <a:spcPts val="0"/>
              </a:spcAft>
              <a:buClr>
                <a:schemeClr val="dk1"/>
              </a:buClr>
              <a:buSzPts val="1800"/>
              <a:buChar char="•"/>
              <a:defRPr/>
            </a:lvl9pPr>
          </a:lstStyle>
          <a:p/>
        </p:txBody>
      </p:sp>
      <p:pic>
        <p:nvPicPr>
          <p:cNvPr descr="A picture containing text, sign&#10;&#10;Description automatically generated" id="88" name="Google Shape;88;p13"/>
          <p:cNvPicPr preferRelativeResize="0"/>
          <p:nvPr/>
        </p:nvPicPr>
        <p:blipFill rotWithShape="1">
          <a:blip r:embed="rId2">
            <a:alphaModFix/>
          </a:blip>
          <a:srcRect b="0" l="0" r="0" t="0"/>
          <a:stretch/>
        </p:blipFill>
        <p:spPr>
          <a:xfrm>
            <a:off x="514351" y="5398170"/>
            <a:ext cx="567015" cy="486851"/>
          </a:xfrm>
          <a:prstGeom prst="rect">
            <a:avLst/>
          </a:prstGeom>
          <a:noFill/>
          <a:ln>
            <a:noFill/>
          </a:ln>
        </p:spPr>
      </p:pic>
      <p:sp>
        <p:nvSpPr>
          <p:cNvPr id="89" name="Google Shape;89;p13"/>
          <p:cNvSpPr txBox="1"/>
          <p:nvPr/>
        </p:nvSpPr>
        <p:spPr>
          <a:xfrm>
            <a:off x="7989570" y="5720715"/>
            <a:ext cx="2468880" cy="328613"/>
          </a:xfrm>
          <a:prstGeom prst="rect">
            <a:avLst/>
          </a:prstGeom>
          <a:noFill/>
          <a:ln>
            <a:noFill/>
          </a:ln>
        </p:spPr>
        <p:txBody>
          <a:bodyPr anchorCtr="0" anchor="ctr" bIns="41125" lIns="82275" spcFirstLastPara="1" rIns="82275" wrap="square" tIns="41125">
            <a:noAutofit/>
          </a:bodyPr>
          <a:lstStyle/>
          <a:p>
            <a:pPr indent="0" lvl="0" marL="0" marR="0" rtl="0" algn="r">
              <a:spcBef>
                <a:spcPts val="0"/>
              </a:spcBef>
              <a:spcAft>
                <a:spcPts val="0"/>
              </a:spcAft>
              <a:buNone/>
            </a:pPr>
            <a:fld id="{00000000-1234-1234-1234-123412341234}" type="slidenum">
              <a:rPr b="1" i="0" lang="en-US" sz="900">
                <a:solidFill>
                  <a:schemeClr val="dk1"/>
                </a:solidFill>
                <a:latin typeface="Arial"/>
                <a:ea typeface="Arial"/>
                <a:cs typeface="Arial"/>
                <a:sym typeface="Arial"/>
              </a:rPr>
              <a:t>‹#›</a:t>
            </a:fld>
            <a:endParaRPr b="1" i="0" sz="900">
              <a:solidFill>
                <a:schemeClr val="dk1"/>
              </a:solidFill>
              <a:latin typeface="Arial"/>
              <a:ea typeface="Arial"/>
              <a:cs typeface="Arial"/>
              <a:sym typeface="Arial"/>
            </a:endParaRPr>
          </a:p>
        </p:txBody>
      </p:sp>
    </p:spTree>
  </p:cSld>
  <p:clrMapOvr>
    <a:masterClrMapping/>
  </p:clrMapOvr>
  <p:extLst>
    <p:ext uri="{DCECCB84-F9BA-43D5-87BE-67443E8EF086}">
      <p15:sldGuideLst>
        <p15:guide id="1" pos="360">
          <p15:clr>
            <a:srgbClr val="FBAE40"/>
          </p15:clr>
        </p15:guide>
        <p15:guide id="2" pos="7320">
          <p15:clr>
            <a:srgbClr val="FBAE40"/>
          </p15:clr>
        </p15:guide>
        <p15:guide id="3" orient="horz" pos="360">
          <p15:clr>
            <a:srgbClr val="FBAE40"/>
          </p15:clr>
        </p15:guide>
        <p15:guide id="4" orient="horz" pos="39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and Title - No Logo">
  <p:cSld name="Two Column and Title - No Logo">
    <p:spTree>
      <p:nvGrpSpPr>
        <p:cNvPr id="90" name="Shape 90"/>
        <p:cNvGrpSpPr/>
        <p:nvPr/>
      </p:nvGrpSpPr>
      <p:grpSpPr>
        <a:xfrm>
          <a:off x="0" y="0"/>
          <a:ext cx="0" cy="0"/>
          <a:chOff x="0" y="0"/>
          <a:chExt cx="0" cy="0"/>
        </a:xfrm>
      </p:grpSpPr>
      <p:sp>
        <p:nvSpPr>
          <p:cNvPr id="91" name="Google Shape;91;p14"/>
          <p:cNvSpPr txBox="1"/>
          <p:nvPr>
            <p:ph type="title"/>
          </p:nvPr>
        </p:nvSpPr>
        <p:spPr>
          <a:xfrm>
            <a:off x="514350" y="514350"/>
            <a:ext cx="9944100" cy="100726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4"/>
          <p:cNvSpPr txBox="1"/>
          <p:nvPr/>
        </p:nvSpPr>
        <p:spPr>
          <a:xfrm>
            <a:off x="7989570" y="5720715"/>
            <a:ext cx="2468880" cy="328613"/>
          </a:xfrm>
          <a:prstGeom prst="rect">
            <a:avLst/>
          </a:prstGeom>
          <a:noFill/>
          <a:ln>
            <a:noFill/>
          </a:ln>
        </p:spPr>
        <p:txBody>
          <a:bodyPr anchorCtr="0" anchor="ctr" bIns="41125" lIns="82275" spcFirstLastPara="1" rIns="82275" wrap="square" tIns="41125">
            <a:noAutofit/>
          </a:bodyPr>
          <a:lstStyle/>
          <a:p>
            <a:pPr indent="0" lvl="0" marL="0" marR="0" rtl="0" algn="r">
              <a:spcBef>
                <a:spcPts val="0"/>
              </a:spcBef>
              <a:spcAft>
                <a:spcPts val="0"/>
              </a:spcAft>
              <a:buNone/>
            </a:pPr>
            <a:fld id="{00000000-1234-1234-1234-123412341234}" type="slidenum">
              <a:rPr b="1" i="0" lang="en-US" sz="900">
                <a:solidFill>
                  <a:schemeClr val="dk1"/>
                </a:solidFill>
                <a:latin typeface="Arial"/>
                <a:ea typeface="Arial"/>
                <a:cs typeface="Arial"/>
                <a:sym typeface="Arial"/>
              </a:rPr>
              <a:t>‹#›</a:t>
            </a:fld>
            <a:endParaRPr b="1" i="0" sz="900">
              <a:solidFill>
                <a:schemeClr val="dk1"/>
              </a:solidFill>
              <a:latin typeface="Arial"/>
              <a:ea typeface="Arial"/>
              <a:cs typeface="Arial"/>
              <a:sym typeface="Arial"/>
            </a:endParaRPr>
          </a:p>
        </p:txBody>
      </p:sp>
      <p:sp>
        <p:nvSpPr>
          <p:cNvPr id="93" name="Google Shape;93;p14"/>
          <p:cNvSpPr txBox="1"/>
          <p:nvPr>
            <p:ph idx="1" type="body"/>
          </p:nvPr>
        </p:nvSpPr>
        <p:spPr>
          <a:xfrm>
            <a:off x="514350" y="1283818"/>
            <a:ext cx="4883468" cy="415553"/>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900"/>
              </a:spcBef>
              <a:spcAft>
                <a:spcPts val="0"/>
              </a:spcAft>
              <a:buSzPts val="1800"/>
              <a:buNone/>
              <a:defRPr b="1" i="0" sz="1800">
                <a:solidFill>
                  <a:schemeClr val="accent1"/>
                </a:solidFill>
                <a:latin typeface="Arial"/>
                <a:ea typeface="Arial"/>
                <a:cs typeface="Arial"/>
                <a:sym typeface="Arial"/>
              </a:defRPr>
            </a:lvl1pPr>
            <a:lvl2pPr indent="-228600" lvl="1" marL="914400" algn="l">
              <a:lnSpc>
                <a:spcPct val="90000"/>
              </a:lnSpc>
              <a:spcBef>
                <a:spcPts val="450"/>
              </a:spcBef>
              <a:spcAft>
                <a:spcPts val="0"/>
              </a:spcAft>
              <a:buSzPts val="1800"/>
              <a:buNone/>
              <a:defRPr b="1" sz="1800"/>
            </a:lvl2pPr>
            <a:lvl3pPr indent="-228600" lvl="2" marL="1371600" algn="l">
              <a:lnSpc>
                <a:spcPct val="90000"/>
              </a:lnSpc>
              <a:spcBef>
                <a:spcPts val="450"/>
              </a:spcBef>
              <a:spcAft>
                <a:spcPts val="0"/>
              </a:spcAft>
              <a:buSzPts val="1620"/>
              <a:buNone/>
              <a:defRPr b="1" sz="1620"/>
            </a:lvl3pPr>
            <a:lvl4pPr indent="-228600" lvl="3" marL="1828800" algn="l">
              <a:lnSpc>
                <a:spcPct val="90000"/>
              </a:lnSpc>
              <a:spcBef>
                <a:spcPts val="450"/>
              </a:spcBef>
              <a:spcAft>
                <a:spcPts val="0"/>
              </a:spcAft>
              <a:buSzPts val="1440"/>
              <a:buNone/>
              <a:defRPr b="1" sz="1440"/>
            </a:lvl4pPr>
            <a:lvl5pPr indent="-228600" lvl="4" marL="2286000" algn="l">
              <a:lnSpc>
                <a:spcPct val="90000"/>
              </a:lnSpc>
              <a:spcBef>
                <a:spcPts val="450"/>
              </a:spcBef>
              <a:spcAft>
                <a:spcPts val="0"/>
              </a:spcAft>
              <a:buSzPts val="1440"/>
              <a:buNone/>
              <a:defRPr b="1" sz="1440"/>
            </a:lvl5pPr>
            <a:lvl6pPr indent="-228600" lvl="5" marL="2743200" algn="l">
              <a:lnSpc>
                <a:spcPct val="90000"/>
              </a:lnSpc>
              <a:spcBef>
                <a:spcPts val="450"/>
              </a:spcBef>
              <a:spcAft>
                <a:spcPts val="0"/>
              </a:spcAft>
              <a:buClr>
                <a:schemeClr val="dk1"/>
              </a:buClr>
              <a:buSzPts val="1440"/>
              <a:buNone/>
              <a:defRPr b="1" sz="1440"/>
            </a:lvl6pPr>
            <a:lvl7pPr indent="-228600" lvl="6" marL="3200400" algn="l">
              <a:lnSpc>
                <a:spcPct val="90000"/>
              </a:lnSpc>
              <a:spcBef>
                <a:spcPts val="450"/>
              </a:spcBef>
              <a:spcAft>
                <a:spcPts val="0"/>
              </a:spcAft>
              <a:buClr>
                <a:schemeClr val="dk1"/>
              </a:buClr>
              <a:buSzPts val="1440"/>
              <a:buNone/>
              <a:defRPr b="1" sz="1440"/>
            </a:lvl7pPr>
            <a:lvl8pPr indent="-228600" lvl="7" marL="3657600" algn="l">
              <a:lnSpc>
                <a:spcPct val="90000"/>
              </a:lnSpc>
              <a:spcBef>
                <a:spcPts val="450"/>
              </a:spcBef>
              <a:spcAft>
                <a:spcPts val="0"/>
              </a:spcAft>
              <a:buClr>
                <a:schemeClr val="dk1"/>
              </a:buClr>
              <a:buSzPts val="1440"/>
              <a:buNone/>
              <a:defRPr b="1" sz="1440"/>
            </a:lvl8pPr>
            <a:lvl9pPr indent="-228600" lvl="8" marL="4114800" algn="l">
              <a:lnSpc>
                <a:spcPct val="90000"/>
              </a:lnSpc>
              <a:spcBef>
                <a:spcPts val="450"/>
              </a:spcBef>
              <a:spcAft>
                <a:spcPts val="0"/>
              </a:spcAft>
              <a:buClr>
                <a:schemeClr val="dk1"/>
              </a:buClr>
              <a:buSzPts val="1440"/>
              <a:buNone/>
              <a:defRPr b="1" sz="1440"/>
            </a:lvl9pPr>
          </a:lstStyle>
          <a:p/>
        </p:txBody>
      </p:sp>
      <p:sp>
        <p:nvSpPr>
          <p:cNvPr id="94" name="Google Shape;94;p14"/>
          <p:cNvSpPr txBox="1"/>
          <p:nvPr>
            <p:ph idx="2" type="body"/>
          </p:nvPr>
        </p:nvSpPr>
        <p:spPr>
          <a:xfrm>
            <a:off x="514350" y="1859675"/>
            <a:ext cx="4883468" cy="3798175"/>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900"/>
              </a:spcBef>
              <a:spcAft>
                <a:spcPts val="0"/>
              </a:spcAft>
              <a:buSzPts val="1440"/>
              <a:buChar char="•"/>
              <a:defRPr sz="1440"/>
            </a:lvl1pPr>
            <a:lvl2pPr indent="-320040" lvl="1" marL="914400" algn="l">
              <a:lnSpc>
                <a:spcPct val="90000"/>
              </a:lnSpc>
              <a:spcBef>
                <a:spcPts val="450"/>
              </a:spcBef>
              <a:spcAft>
                <a:spcPts val="0"/>
              </a:spcAft>
              <a:buSzPts val="1440"/>
              <a:buChar char="•"/>
              <a:defRPr sz="1440"/>
            </a:lvl2pPr>
            <a:lvl3pPr indent="-320040" lvl="2" marL="1371600" algn="l">
              <a:lnSpc>
                <a:spcPct val="90000"/>
              </a:lnSpc>
              <a:spcBef>
                <a:spcPts val="450"/>
              </a:spcBef>
              <a:spcAft>
                <a:spcPts val="0"/>
              </a:spcAft>
              <a:buSzPts val="1440"/>
              <a:buChar char="•"/>
              <a:defRPr sz="1440"/>
            </a:lvl3pPr>
            <a:lvl4pPr indent="-320040" lvl="3" marL="1828800" algn="l">
              <a:lnSpc>
                <a:spcPct val="90000"/>
              </a:lnSpc>
              <a:spcBef>
                <a:spcPts val="450"/>
              </a:spcBef>
              <a:spcAft>
                <a:spcPts val="0"/>
              </a:spcAft>
              <a:buSzPts val="1440"/>
              <a:buChar char="•"/>
              <a:defRPr sz="1440"/>
            </a:lvl4pPr>
            <a:lvl5pPr indent="-320040" lvl="4" marL="2286000" algn="l">
              <a:lnSpc>
                <a:spcPct val="90000"/>
              </a:lnSpc>
              <a:spcBef>
                <a:spcPts val="450"/>
              </a:spcBef>
              <a:spcAft>
                <a:spcPts val="0"/>
              </a:spcAft>
              <a:buSzPts val="1440"/>
              <a:buChar char="•"/>
              <a:defRPr sz="1440"/>
            </a:lvl5pPr>
            <a:lvl6pPr indent="-342900" lvl="5" marL="2743200" algn="l">
              <a:lnSpc>
                <a:spcPct val="90000"/>
              </a:lnSpc>
              <a:spcBef>
                <a:spcPts val="450"/>
              </a:spcBef>
              <a:spcAft>
                <a:spcPts val="0"/>
              </a:spcAft>
              <a:buClr>
                <a:schemeClr val="dk1"/>
              </a:buClr>
              <a:buSzPts val="1800"/>
              <a:buChar char="•"/>
              <a:defRPr/>
            </a:lvl6pPr>
            <a:lvl7pPr indent="-342900" lvl="6" marL="3200400" algn="l">
              <a:lnSpc>
                <a:spcPct val="90000"/>
              </a:lnSpc>
              <a:spcBef>
                <a:spcPts val="450"/>
              </a:spcBef>
              <a:spcAft>
                <a:spcPts val="0"/>
              </a:spcAft>
              <a:buClr>
                <a:schemeClr val="dk1"/>
              </a:buClr>
              <a:buSzPts val="1800"/>
              <a:buChar char="•"/>
              <a:defRPr/>
            </a:lvl7pPr>
            <a:lvl8pPr indent="-342900" lvl="7" marL="3657600" algn="l">
              <a:lnSpc>
                <a:spcPct val="90000"/>
              </a:lnSpc>
              <a:spcBef>
                <a:spcPts val="450"/>
              </a:spcBef>
              <a:spcAft>
                <a:spcPts val="0"/>
              </a:spcAft>
              <a:buClr>
                <a:schemeClr val="dk1"/>
              </a:buClr>
              <a:buSzPts val="1800"/>
              <a:buChar char="•"/>
              <a:defRPr/>
            </a:lvl8pPr>
            <a:lvl9pPr indent="-342900" lvl="8" marL="4114800" algn="l">
              <a:lnSpc>
                <a:spcPct val="90000"/>
              </a:lnSpc>
              <a:spcBef>
                <a:spcPts val="450"/>
              </a:spcBef>
              <a:spcAft>
                <a:spcPts val="0"/>
              </a:spcAft>
              <a:buClr>
                <a:schemeClr val="dk1"/>
              </a:buClr>
              <a:buSzPts val="1800"/>
              <a:buChar char="•"/>
              <a:defRPr/>
            </a:lvl9pPr>
          </a:lstStyle>
          <a:p/>
        </p:txBody>
      </p:sp>
      <p:sp>
        <p:nvSpPr>
          <p:cNvPr id="95" name="Google Shape;95;p14"/>
          <p:cNvSpPr txBox="1"/>
          <p:nvPr>
            <p:ph idx="3" type="body"/>
          </p:nvPr>
        </p:nvSpPr>
        <p:spPr>
          <a:xfrm>
            <a:off x="5554980" y="1283817"/>
            <a:ext cx="4903470" cy="41555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900"/>
              </a:spcBef>
              <a:spcAft>
                <a:spcPts val="0"/>
              </a:spcAft>
              <a:buSzPts val="1800"/>
              <a:buNone/>
              <a:defRPr b="1" i="0" sz="1800">
                <a:solidFill>
                  <a:schemeClr val="accent1"/>
                </a:solidFill>
                <a:latin typeface="Arial"/>
                <a:ea typeface="Arial"/>
                <a:cs typeface="Arial"/>
                <a:sym typeface="Arial"/>
              </a:defRPr>
            </a:lvl1pPr>
            <a:lvl2pPr indent="-228600" lvl="1" marL="914400" algn="l">
              <a:lnSpc>
                <a:spcPct val="90000"/>
              </a:lnSpc>
              <a:spcBef>
                <a:spcPts val="450"/>
              </a:spcBef>
              <a:spcAft>
                <a:spcPts val="0"/>
              </a:spcAft>
              <a:buSzPts val="1800"/>
              <a:buNone/>
              <a:defRPr b="1" sz="1800"/>
            </a:lvl2pPr>
            <a:lvl3pPr indent="-228600" lvl="2" marL="1371600" algn="l">
              <a:lnSpc>
                <a:spcPct val="90000"/>
              </a:lnSpc>
              <a:spcBef>
                <a:spcPts val="450"/>
              </a:spcBef>
              <a:spcAft>
                <a:spcPts val="0"/>
              </a:spcAft>
              <a:buSzPts val="1620"/>
              <a:buNone/>
              <a:defRPr b="1" sz="1620"/>
            </a:lvl3pPr>
            <a:lvl4pPr indent="-228600" lvl="3" marL="1828800" algn="l">
              <a:lnSpc>
                <a:spcPct val="90000"/>
              </a:lnSpc>
              <a:spcBef>
                <a:spcPts val="450"/>
              </a:spcBef>
              <a:spcAft>
                <a:spcPts val="0"/>
              </a:spcAft>
              <a:buSzPts val="1440"/>
              <a:buNone/>
              <a:defRPr b="1" sz="1440"/>
            </a:lvl4pPr>
            <a:lvl5pPr indent="-228600" lvl="4" marL="2286000" algn="l">
              <a:lnSpc>
                <a:spcPct val="90000"/>
              </a:lnSpc>
              <a:spcBef>
                <a:spcPts val="450"/>
              </a:spcBef>
              <a:spcAft>
                <a:spcPts val="0"/>
              </a:spcAft>
              <a:buSzPts val="1440"/>
              <a:buNone/>
              <a:defRPr b="1" sz="1440"/>
            </a:lvl5pPr>
            <a:lvl6pPr indent="-228600" lvl="5" marL="2743200" algn="l">
              <a:lnSpc>
                <a:spcPct val="90000"/>
              </a:lnSpc>
              <a:spcBef>
                <a:spcPts val="450"/>
              </a:spcBef>
              <a:spcAft>
                <a:spcPts val="0"/>
              </a:spcAft>
              <a:buClr>
                <a:schemeClr val="dk1"/>
              </a:buClr>
              <a:buSzPts val="1440"/>
              <a:buNone/>
              <a:defRPr b="1" sz="1440"/>
            </a:lvl6pPr>
            <a:lvl7pPr indent="-228600" lvl="6" marL="3200400" algn="l">
              <a:lnSpc>
                <a:spcPct val="90000"/>
              </a:lnSpc>
              <a:spcBef>
                <a:spcPts val="450"/>
              </a:spcBef>
              <a:spcAft>
                <a:spcPts val="0"/>
              </a:spcAft>
              <a:buClr>
                <a:schemeClr val="dk1"/>
              </a:buClr>
              <a:buSzPts val="1440"/>
              <a:buNone/>
              <a:defRPr b="1" sz="1440"/>
            </a:lvl7pPr>
            <a:lvl8pPr indent="-228600" lvl="7" marL="3657600" algn="l">
              <a:lnSpc>
                <a:spcPct val="90000"/>
              </a:lnSpc>
              <a:spcBef>
                <a:spcPts val="450"/>
              </a:spcBef>
              <a:spcAft>
                <a:spcPts val="0"/>
              </a:spcAft>
              <a:buClr>
                <a:schemeClr val="dk1"/>
              </a:buClr>
              <a:buSzPts val="1440"/>
              <a:buNone/>
              <a:defRPr b="1" sz="1440"/>
            </a:lvl8pPr>
            <a:lvl9pPr indent="-228600" lvl="8" marL="4114800" algn="l">
              <a:lnSpc>
                <a:spcPct val="90000"/>
              </a:lnSpc>
              <a:spcBef>
                <a:spcPts val="450"/>
              </a:spcBef>
              <a:spcAft>
                <a:spcPts val="0"/>
              </a:spcAft>
              <a:buClr>
                <a:schemeClr val="dk1"/>
              </a:buClr>
              <a:buSzPts val="1440"/>
              <a:buNone/>
              <a:defRPr b="1" sz="1440"/>
            </a:lvl9pPr>
          </a:lstStyle>
          <a:p/>
        </p:txBody>
      </p:sp>
      <p:sp>
        <p:nvSpPr>
          <p:cNvPr id="96" name="Google Shape;96;p14"/>
          <p:cNvSpPr txBox="1"/>
          <p:nvPr>
            <p:ph idx="4" type="body"/>
          </p:nvPr>
        </p:nvSpPr>
        <p:spPr>
          <a:xfrm>
            <a:off x="5554980" y="1859675"/>
            <a:ext cx="4903470" cy="3798175"/>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900"/>
              </a:spcBef>
              <a:spcAft>
                <a:spcPts val="0"/>
              </a:spcAft>
              <a:buSzPts val="1440"/>
              <a:buChar char="•"/>
              <a:defRPr sz="1440"/>
            </a:lvl1pPr>
            <a:lvl2pPr indent="-320040" lvl="1" marL="914400" algn="l">
              <a:lnSpc>
                <a:spcPct val="90000"/>
              </a:lnSpc>
              <a:spcBef>
                <a:spcPts val="450"/>
              </a:spcBef>
              <a:spcAft>
                <a:spcPts val="0"/>
              </a:spcAft>
              <a:buSzPts val="1440"/>
              <a:buChar char="•"/>
              <a:defRPr sz="1440"/>
            </a:lvl2pPr>
            <a:lvl3pPr indent="-320040" lvl="2" marL="1371600" algn="l">
              <a:lnSpc>
                <a:spcPct val="90000"/>
              </a:lnSpc>
              <a:spcBef>
                <a:spcPts val="450"/>
              </a:spcBef>
              <a:spcAft>
                <a:spcPts val="0"/>
              </a:spcAft>
              <a:buSzPts val="1440"/>
              <a:buChar char="•"/>
              <a:defRPr sz="1440"/>
            </a:lvl3pPr>
            <a:lvl4pPr indent="-320040" lvl="3" marL="1828800" algn="l">
              <a:lnSpc>
                <a:spcPct val="90000"/>
              </a:lnSpc>
              <a:spcBef>
                <a:spcPts val="450"/>
              </a:spcBef>
              <a:spcAft>
                <a:spcPts val="0"/>
              </a:spcAft>
              <a:buSzPts val="1440"/>
              <a:buChar char="•"/>
              <a:defRPr sz="1440"/>
            </a:lvl4pPr>
            <a:lvl5pPr indent="-320040" lvl="4" marL="2286000" algn="l">
              <a:lnSpc>
                <a:spcPct val="90000"/>
              </a:lnSpc>
              <a:spcBef>
                <a:spcPts val="450"/>
              </a:spcBef>
              <a:spcAft>
                <a:spcPts val="0"/>
              </a:spcAft>
              <a:buSzPts val="1440"/>
              <a:buChar char="•"/>
              <a:defRPr sz="1440"/>
            </a:lvl5pPr>
            <a:lvl6pPr indent="-342900" lvl="5" marL="2743200" algn="l">
              <a:lnSpc>
                <a:spcPct val="90000"/>
              </a:lnSpc>
              <a:spcBef>
                <a:spcPts val="450"/>
              </a:spcBef>
              <a:spcAft>
                <a:spcPts val="0"/>
              </a:spcAft>
              <a:buClr>
                <a:schemeClr val="dk1"/>
              </a:buClr>
              <a:buSzPts val="1800"/>
              <a:buChar char="•"/>
              <a:defRPr/>
            </a:lvl6pPr>
            <a:lvl7pPr indent="-342900" lvl="6" marL="3200400" algn="l">
              <a:lnSpc>
                <a:spcPct val="90000"/>
              </a:lnSpc>
              <a:spcBef>
                <a:spcPts val="450"/>
              </a:spcBef>
              <a:spcAft>
                <a:spcPts val="0"/>
              </a:spcAft>
              <a:buClr>
                <a:schemeClr val="dk1"/>
              </a:buClr>
              <a:buSzPts val="1800"/>
              <a:buChar char="•"/>
              <a:defRPr/>
            </a:lvl7pPr>
            <a:lvl8pPr indent="-342900" lvl="7" marL="3657600" algn="l">
              <a:lnSpc>
                <a:spcPct val="90000"/>
              </a:lnSpc>
              <a:spcBef>
                <a:spcPts val="450"/>
              </a:spcBef>
              <a:spcAft>
                <a:spcPts val="0"/>
              </a:spcAft>
              <a:buClr>
                <a:schemeClr val="dk1"/>
              </a:buClr>
              <a:buSzPts val="1800"/>
              <a:buChar char="•"/>
              <a:defRPr/>
            </a:lvl8pPr>
            <a:lvl9pPr indent="-342900" lvl="8" marL="4114800" algn="l">
              <a:lnSpc>
                <a:spcPct val="90000"/>
              </a:lnSpc>
              <a:spcBef>
                <a:spcPts val="450"/>
              </a:spcBef>
              <a:spcAft>
                <a:spcPts val="0"/>
              </a:spcAft>
              <a:buClr>
                <a:schemeClr val="dk1"/>
              </a:buClr>
              <a:buSzPts val="1800"/>
              <a:buChar char="•"/>
              <a:defRPr/>
            </a:lvl9pPr>
          </a:lstStyle>
          <a:p/>
        </p:txBody>
      </p:sp>
    </p:spTree>
  </p:cSld>
  <p:clrMapOvr>
    <a:masterClrMapping/>
  </p:clrMapOvr>
  <p:extLst>
    <p:ext uri="{DCECCB84-F9BA-43D5-87BE-67443E8EF086}">
      <p15:sldGuideLst>
        <p15:guide id="1" pos="360">
          <p15:clr>
            <a:srgbClr val="FBAE40"/>
          </p15:clr>
        </p15:guide>
        <p15:guide id="2" pos="7320">
          <p15:clr>
            <a:srgbClr val="FBAE40"/>
          </p15:clr>
        </p15:guide>
        <p15:guide id="3" orient="horz" pos="360">
          <p15:clr>
            <a:srgbClr val="FBAE40"/>
          </p15:clr>
        </p15:guide>
        <p15:guide id="4" orient="horz" pos="39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No Logo">
  <p:cSld name="Title Only - No Logo">
    <p:spTree>
      <p:nvGrpSpPr>
        <p:cNvPr id="97" name="Shape 97"/>
        <p:cNvGrpSpPr/>
        <p:nvPr/>
      </p:nvGrpSpPr>
      <p:grpSpPr>
        <a:xfrm>
          <a:off x="0" y="0"/>
          <a:ext cx="0" cy="0"/>
          <a:chOff x="0" y="0"/>
          <a:chExt cx="0" cy="0"/>
        </a:xfrm>
      </p:grpSpPr>
      <p:sp>
        <p:nvSpPr>
          <p:cNvPr id="98" name="Google Shape;98;p15"/>
          <p:cNvSpPr txBox="1"/>
          <p:nvPr>
            <p:ph type="title"/>
          </p:nvPr>
        </p:nvSpPr>
        <p:spPr>
          <a:xfrm>
            <a:off x="514350" y="514350"/>
            <a:ext cx="9944100" cy="100726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15"/>
          <p:cNvSpPr txBox="1"/>
          <p:nvPr/>
        </p:nvSpPr>
        <p:spPr>
          <a:xfrm>
            <a:off x="7989570" y="5720715"/>
            <a:ext cx="2468880" cy="328613"/>
          </a:xfrm>
          <a:prstGeom prst="rect">
            <a:avLst/>
          </a:prstGeom>
          <a:noFill/>
          <a:ln>
            <a:noFill/>
          </a:ln>
        </p:spPr>
        <p:txBody>
          <a:bodyPr anchorCtr="0" anchor="ctr" bIns="41125" lIns="82275" spcFirstLastPara="1" rIns="82275" wrap="square" tIns="41125">
            <a:noAutofit/>
          </a:bodyPr>
          <a:lstStyle/>
          <a:p>
            <a:pPr indent="0" lvl="0" marL="0" marR="0" rtl="0" algn="r">
              <a:spcBef>
                <a:spcPts val="0"/>
              </a:spcBef>
              <a:spcAft>
                <a:spcPts val="0"/>
              </a:spcAft>
              <a:buNone/>
            </a:pPr>
            <a:fld id="{00000000-1234-1234-1234-123412341234}" type="slidenum">
              <a:rPr b="1" i="0" lang="en-US" sz="900">
                <a:solidFill>
                  <a:schemeClr val="dk1"/>
                </a:solidFill>
                <a:latin typeface="Arial"/>
                <a:ea typeface="Arial"/>
                <a:cs typeface="Arial"/>
                <a:sym typeface="Arial"/>
              </a:rPr>
              <a:t>‹#›</a:t>
            </a:fld>
            <a:endParaRPr b="1" i="0" sz="9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360">
          <p15:clr>
            <a:srgbClr val="FBAE40"/>
          </p15:clr>
        </p15:guide>
        <p15:guide id="2" orient="horz" pos="3960">
          <p15:clr>
            <a:srgbClr val="FBAE40"/>
          </p15:clr>
        </p15:guide>
        <p15:guide id="3" pos="360">
          <p15:clr>
            <a:srgbClr val="FBAE40"/>
          </p15:clr>
        </p15:guide>
        <p15:guide id="4" pos="732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Logo" type="blank">
  <p:cSld name="BLANK">
    <p:spTree>
      <p:nvGrpSpPr>
        <p:cNvPr id="100" name="Shape 100"/>
        <p:cNvGrpSpPr/>
        <p:nvPr/>
      </p:nvGrpSpPr>
      <p:grpSpPr>
        <a:xfrm>
          <a:off x="0" y="0"/>
          <a:ext cx="0" cy="0"/>
          <a:chOff x="0" y="0"/>
          <a:chExt cx="0" cy="0"/>
        </a:xfrm>
      </p:grpSpPr>
      <p:pic>
        <p:nvPicPr>
          <p:cNvPr descr="A picture containing text, sign&#10;&#10;Description automatically generated" id="101" name="Google Shape;101;p16"/>
          <p:cNvPicPr preferRelativeResize="0"/>
          <p:nvPr/>
        </p:nvPicPr>
        <p:blipFill rotWithShape="1">
          <a:blip r:embed="rId2">
            <a:alphaModFix/>
          </a:blip>
          <a:srcRect b="0" l="0" r="0" t="0"/>
          <a:stretch/>
        </p:blipFill>
        <p:spPr>
          <a:xfrm>
            <a:off x="514351" y="5398170"/>
            <a:ext cx="567015" cy="486851"/>
          </a:xfrm>
          <a:prstGeom prst="rect">
            <a:avLst/>
          </a:prstGeom>
          <a:noFill/>
          <a:ln>
            <a:noFill/>
          </a:ln>
        </p:spPr>
      </p:pic>
      <p:sp>
        <p:nvSpPr>
          <p:cNvPr id="102" name="Google Shape;102;p16"/>
          <p:cNvSpPr txBox="1"/>
          <p:nvPr/>
        </p:nvSpPr>
        <p:spPr>
          <a:xfrm>
            <a:off x="7989570" y="5720715"/>
            <a:ext cx="2468880" cy="328613"/>
          </a:xfrm>
          <a:prstGeom prst="rect">
            <a:avLst/>
          </a:prstGeom>
          <a:noFill/>
          <a:ln>
            <a:noFill/>
          </a:ln>
        </p:spPr>
        <p:txBody>
          <a:bodyPr anchorCtr="0" anchor="ctr" bIns="41125" lIns="82275" spcFirstLastPara="1" rIns="82275" wrap="square" tIns="41125">
            <a:noAutofit/>
          </a:bodyPr>
          <a:lstStyle/>
          <a:p>
            <a:pPr indent="0" lvl="0" marL="0" marR="0" rtl="0" algn="r">
              <a:spcBef>
                <a:spcPts val="0"/>
              </a:spcBef>
              <a:spcAft>
                <a:spcPts val="0"/>
              </a:spcAft>
              <a:buNone/>
            </a:pPr>
            <a:fld id="{00000000-1234-1234-1234-123412341234}" type="slidenum">
              <a:rPr b="1" i="0" lang="en-US" sz="900">
                <a:solidFill>
                  <a:schemeClr val="dk1"/>
                </a:solidFill>
                <a:latin typeface="Arial"/>
                <a:ea typeface="Arial"/>
                <a:cs typeface="Arial"/>
                <a:sym typeface="Arial"/>
              </a:rPr>
              <a:t>‹#›</a:t>
            </a:fld>
            <a:endParaRPr b="1" i="0" sz="900">
              <a:solidFill>
                <a:schemeClr val="dk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No Logo">
  <p:cSld name="Blank - No Logo">
    <p:spTree>
      <p:nvGrpSpPr>
        <p:cNvPr id="103" name="Shape 103"/>
        <p:cNvGrpSpPr/>
        <p:nvPr/>
      </p:nvGrpSpPr>
      <p:grpSpPr>
        <a:xfrm>
          <a:off x="0" y="0"/>
          <a:ext cx="0" cy="0"/>
          <a:chOff x="0" y="0"/>
          <a:chExt cx="0" cy="0"/>
        </a:xfrm>
      </p:grpSpPr>
      <p:sp>
        <p:nvSpPr>
          <p:cNvPr id="104" name="Google Shape;104;p17"/>
          <p:cNvSpPr txBox="1"/>
          <p:nvPr/>
        </p:nvSpPr>
        <p:spPr>
          <a:xfrm>
            <a:off x="7989570" y="5720715"/>
            <a:ext cx="2468880" cy="328613"/>
          </a:xfrm>
          <a:prstGeom prst="rect">
            <a:avLst/>
          </a:prstGeom>
          <a:noFill/>
          <a:ln>
            <a:noFill/>
          </a:ln>
        </p:spPr>
        <p:txBody>
          <a:bodyPr anchorCtr="0" anchor="ctr" bIns="41125" lIns="82275" spcFirstLastPara="1" rIns="82275" wrap="square" tIns="41125">
            <a:noAutofit/>
          </a:bodyPr>
          <a:lstStyle/>
          <a:p>
            <a:pPr indent="0" lvl="0" marL="0" marR="0" rtl="0" algn="r">
              <a:spcBef>
                <a:spcPts val="0"/>
              </a:spcBef>
              <a:spcAft>
                <a:spcPts val="0"/>
              </a:spcAft>
              <a:buNone/>
            </a:pPr>
            <a:fld id="{00000000-1234-1234-1234-123412341234}" type="slidenum">
              <a:rPr b="1" i="0" lang="en-US" sz="900">
                <a:solidFill>
                  <a:schemeClr val="dk1"/>
                </a:solidFill>
                <a:latin typeface="Arial"/>
                <a:ea typeface="Arial"/>
                <a:cs typeface="Arial"/>
                <a:sym typeface="Arial"/>
              </a:rPr>
              <a:t>‹#›</a:t>
            </a:fld>
            <a:endParaRPr b="1" i="0" sz="900">
              <a:solidFill>
                <a:schemeClr val="dk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5" name="Shape 105"/>
        <p:cNvGrpSpPr/>
        <p:nvPr/>
      </p:nvGrpSpPr>
      <p:grpSpPr>
        <a:xfrm>
          <a:off x="0" y="0"/>
          <a:ext cx="0" cy="0"/>
          <a:chOff x="0" y="0"/>
          <a:chExt cx="0" cy="0"/>
        </a:xfrm>
      </p:grpSpPr>
      <p:sp>
        <p:nvSpPr>
          <p:cNvPr id="106" name="Google Shape;106;p18"/>
          <p:cNvSpPr txBox="1"/>
          <p:nvPr>
            <p:ph type="title"/>
          </p:nvPr>
        </p:nvSpPr>
        <p:spPr>
          <a:xfrm>
            <a:off x="374040" y="674186"/>
            <a:ext cx="10224720" cy="687204"/>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chemeClr val="dk1"/>
              </a:buClr>
              <a:buSzPts val="2800"/>
              <a:buFont typeface="Arial"/>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7" name="Google Shape;107;p18"/>
          <p:cNvSpPr txBox="1"/>
          <p:nvPr>
            <p:ph idx="1" type="body"/>
          </p:nvPr>
        </p:nvSpPr>
        <p:spPr>
          <a:xfrm>
            <a:off x="374040" y="1382971"/>
            <a:ext cx="10224720" cy="4099572"/>
          </a:xfrm>
          <a:prstGeom prst="rect">
            <a:avLst/>
          </a:prstGeom>
          <a:noFill/>
          <a:ln>
            <a:noFill/>
          </a:ln>
        </p:spPr>
        <p:txBody>
          <a:bodyPr anchorCtr="0" anchor="t" bIns="91425" lIns="91425" spcFirstLastPara="1" rIns="91425" wrap="square" tIns="91425">
            <a:normAutofit/>
          </a:bodyPr>
          <a:lstStyle>
            <a:lvl1pPr indent="-342900" lvl="0" marL="457200" algn="l">
              <a:lnSpc>
                <a:spcPct val="90000"/>
              </a:lnSpc>
              <a:spcBef>
                <a:spcPts val="0"/>
              </a:spcBef>
              <a:spcAft>
                <a:spcPts val="0"/>
              </a:spcAft>
              <a:buClr>
                <a:schemeClr val="accent5"/>
              </a:buClr>
              <a:buSzPts val="1800"/>
              <a:buChar char="●"/>
              <a:defRPr b="1">
                <a:solidFill>
                  <a:schemeClr val="accent5"/>
                </a:solidFill>
              </a:defRPr>
            </a:lvl1pPr>
            <a:lvl2pPr indent="-317500" lvl="1" marL="914400" algn="l">
              <a:lnSpc>
                <a:spcPct val="90000"/>
              </a:lnSpc>
              <a:spcBef>
                <a:spcPts val="0"/>
              </a:spcBef>
              <a:spcAft>
                <a:spcPts val="0"/>
              </a:spcAft>
              <a:buClr>
                <a:schemeClr val="accent5"/>
              </a:buClr>
              <a:buSzPts val="1400"/>
              <a:buChar char="○"/>
              <a:defRPr>
                <a:solidFill>
                  <a:schemeClr val="accent5"/>
                </a:solidFill>
              </a:defRPr>
            </a:lvl2pPr>
            <a:lvl3pPr indent="-355600" lvl="2" marL="1371600" algn="l">
              <a:lnSpc>
                <a:spcPct val="90000"/>
              </a:lnSpc>
              <a:spcBef>
                <a:spcPts val="0"/>
              </a:spcBef>
              <a:spcAft>
                <a:spcPts val="0"/>
              </a:spcAft>
              <a:buSzPts val="2000"/>
              <a:buChar char="■"/>
              <a:defRPr sz="2160"/>
            </a:lvl3pPr>
            <a:lvl4pPr indent="-317500" lvl="3" marL="1828800" algn="l">
              <a:lnSpc>
                <a:spcPct val="90000"/>
              </a:lnSpc>
              <a:spcBef>
                <a:spcPts val="0"/>
              </a:spcBef>
              <a:spcAft>
                <a:spcPts val="0"/>
              </a:spcAft>
              <a:buSzPts val="1400"/>
              <a:buChar char="●"/>
              <a:defRPr/>
            </a:lvl4pPr>
            <a:lvl5pPr indent="-317500" lvl="4" marL="2286000" algn="l">
              <a:lnSpc>
                <a:spcPct val="90000"/>
              </a:lnSpc>
              <a:spcBef>
                <a:spcPts val="0"/>
              </a:spcBef>
              <a:spcAft>
                <a:spcPts val="0"/>
              </a:spcAft>
              <a:buSzPts val="1400"/>
              <a:buChar char="○"/>
              <a:defRPr/>
            </a:lvl5pPr>
            <a:lvl6pPr indent="-317500" lvl="5" marL="2743200" algn="l">
              <a:lnSpc>
                <a:spcPct val="90000"/>
              </a:lnSpc>
              <a:spcBef>
                <a:spcPts val="0"/>
              </a:spcBef>
              <a:spcAft>
                <a:spcPts val="0"/>
              </a:spcAft>
              <a:buClr>
                <a:schemeClr val="dk1"/>
              </a:buClr>
              <a:buSzPts val="1400"/>
              <a:buChar char="■"/>
              <a:defRPr/>
            </a:lvl6pPr>
            <a:lvl7pPr indent="-317500" lvl="6" marL="3200400" algn="l">
              <a:lnSpc>
                <a:spcPct val="90000"/>
              </a:lnSpc>
              <a:spcBef>
                <a:spcPts val="0"/>
              </a:spcBef>
              <a:spcAft>
                <a:spcPts val="0"/>
              </a:spcAft>
              <a:buClr>
                <a:schemeClr val="dk1"/>
              </a:buClr>
              <a:buSzPts val="1400"/>
              <a:buChar char="●"/>
              <a:defRPr/>
            </a:lvl7pPr>
            <a:lvl8pPr indent="-317500" lvl="7" marL="3657600" algn="l">
              <a:lnSpc>
                <a:spcPct val="90000"/>
              </a:lnSpc>
              <a:spcBef>
                <a:spcPts val="0"/>
              </a:spcBef>
              <a:spcAft>
                <a:spcPts val="0"/>
              </a:spcAft>
              <a:buClr>
                <a:schemeClr val="dk1"/>
              </a:buClr>
              <a:buSzPts val="1400"/>
              <a:buChar char="○"/>
              <a:defRPr/>
            </a:lvl8pPr>
            <a:lvl9pPr indent="-317500" lvl="8" marL="4114800" algn="l">
              <a:lnSpc>
                <a:spcPct val="90000"/>
              </a:lnSpc>
              <a:spcBef>
                <a:spcPts val="0"/>
              </a:spcBef>
              <a:spcAft>
                <a:spcPts val="0"/>
              </a:spcAft>
              <a:buClr>
                <a:schemeClr val="dk1"/>
              </a:buClr>
              <a:buSzPts val="1400"/>
              <a:buChar char="■"/>
              <a:defRPr/>
            </a:lvl9pPr>
          </a:lstStyle>
          <a:p/>
        </p:txBody>
      </p:sp>
      <p:sp>
        <p:nvSpPr>
          <p:cNvPr id="108" name="Google Shape;108;p18"/>
          <p:cNvSpPr txBox="1"/>
          <p:nvPr>
            <p:ph idx="12" type="sldNum"/>
          </p:nvPr>
        </p:nvSpPr>
        <p:spPr>
          <a:xfrm>
            <a:off x="10166950" y="5595860"/>
            <a:ext cx="658440" cy="472392"/>
          </a:xfrm>
          <a:prstGeom prst="rect">
            <a:avLst/>
          </a:prstGeom>
          <a:noFill/>
          <a:ln>
            <a:noFill/>
          </a:ln>
        </p:spPr>
        <p:txBody>
          <a:bodyPr anchorCtr="0" anchor="ctr" bIns="91425" lIns="91425" spcFirstLastPara="1" rIns="91425" wrap="square" tIns="91425">
            <a:normAutofit/>
          </a:bodyPr>
          <a:lstStyle>
            <a:lvl1pPr indent="0" lvl="0" marL="0" marR="0" rtl="0" algn="r">
              <a:buClr>
                <a:schemeClr val="dk1"/>
              </a:buClr>
              <a:buSzPts val="2160"/>
              <a:buFont typeface="Calibri"/>
              <a:buNone/>
              <a:defRPr sz="2160">
                <a:solidFill>
                  <a:schemeClr val="dk1"/>
                </a:solidFill>
                <a:latin typeface="Calibri"/>
                <a:ea typeface="Calibri"/>
                <a:cs typeface="Calibri"/>
                <a:sym typeface="Calibri"/>
              </a:defRPr>
            </a:lvl1pPr>
            <a:lvl2pPr indent="0" lvl="1" marL="0" marR="0" rtl="0" algn="r">
              <a:buClr>
                <a:schemeClr val="dk1"/>
              </a:buClr>
              <a:buSzPts val="2160"/>
              <a:buFont typeface="Calibri"/>
              <a:buNone/>
              <a:defRPr sz="2160">
                <a:solidFill>
                  <a:schemeClr val="dk1"/>
                </a:solidFill>
                <a:latin typeface="Calibri"/>
                <a:ea typeface="Calibri"/>
                <a:cs typeface="Calibri"/>
                <a:sym typeface="Calibri"/>
              </a:defRPr>
            </a:lvl2pPr>
            <a:lvl3pPr indent="0" lvl="2" marL="0" marR="0" rtl="0" algn="r">
              <a:buClr>
                <a:schemeClr val="dk1"/>
              </a:buClr>
              <a:buSzPts val="2160"/>
              <a:buFont typeface="Calibri"/>
              <a:buNone/>
              <a:defRPr sz="2160">
                <a:solidFill>
                  <a:schemeClr val="dk1"/>
                </a:solidFill>
                <a:latin typeface="Calibri"/>
                <a:ea typeface="Calibri"/>
                <a:cs typeface="Calibri"/>
                <a:sym typeface="Calibri"/>
              </a:defRPr>
            </a:lvl3pPr>
            <a:lvl4pPr indent="0" lvl="3" marL="0" marR="0" rtl="0" algn="r">
              <a:buClr>
                <a:schemeClr val="dk1"/>
              </a:buClr>
              <a:buSzPts val="2160"/>
              <a:buFont typeface="Calibri"/>
              <a:buNone/>
              <a:defRPr sz="2160">
                <a:solidFill>
                  <a:schemeClr val="dk1"/>
                </a:solidFill>
                <a:latin typeface="Calibri"/>
                <a:ea typeface="Calibri"/>
                <a:cs typeface="Calibri"/>
                <a:sym typeface="Calibri"/>
              </a:defRPr>
            </a:lvl4pPr>
            <a:lvl5pPr indent="0" lvl="4" marL="0" marR="0" rtl="0" algn="r">
              <a:buClr>
                <a:schemeClr val="dk1"/>
              </a:buClr>
              <a:buSzPts val="2160"/>
              <a:buFont typeface="Calibri"/>
              <a:buNone/>
              <a:defRPr sz="2160">
                <a:solidFill>
                  <a:schemeClr val="dk1"/>
                </a:solidFill>
                <a:latin typeface="Calibri"/>
                <a:ea typeface="Calibri"/>
                <a:cs typeface="Calibri"/>
                <a:sym typeface="Calibri"/>
              </a:defRPr>
            </a:lvl5pPr>
            <a:lvl6pPr indent="0" lvl="5" marL="0" marR="0" rtl="0" algn="r">
              <a:buClr>
                <a:schemeClr val="dk1"/>
              </a:buClr>
              <a:buSzPts val="2160"/>
              <a:buFont typeface="Calibri"/>
              <a:buNone/>
              <a:defRPr sz="2160">
                <a:solidFill>
                  <a:schemeClr val="dk1"/>
                </a:solidFill>
                <a:latin typeface="Calibri"/>
                <a:ea typeface="Calibri"/>
                <a:cs typeface="Calibri"/>
                <a:sym typeface="Calibri"/>
              </a:defRPr>
            </a:lvl6pPr>
            <a:lvl7pPr indent="0" lvl="6" marL="0" marR="0" rtl="0" algn="r">
              <a:buClr>
                <a:schemeClr val="dk1"/>
              </a:buClr>
              <a:buSzPts val="2160"/>
              <a:buFont typeface="Calibri"/>
              <a:buNone/>
              <a:defRPr sz="2160">
                <a:solidFill>
                  <a:schemeClr val="dk1"/>
                </a:solidFill>
                <a:latin typeface="Calibri"/>
                <a:ea typeface="Calibri"/>
                <a:cs typeface="Calibri"/>
                <a:sym typeface="Calibri"/>
              </a:defRPr>
            </a:lvl7pPr>
            <a:lvl8pPr indent="0" lvl="7" marL="0" marR="0" rtl="0" algn="r">
              <a:buClr>
                <a:schemeClr val="dk1"/>
              </a:buClr>
              <a:buSzPts val="2160"/>
              <a:buFont typeface="Calibri"/>
              <a:buNone/>
              <a:defRPr sz="2160">
                <a:solidFill>
                  <a:schemeClr val="dk1"/>
                </a:solidFill>
                <a:latin typeface="Calibri"/>
                <a:ea typeface="Calibri"/>
                <a:cs typeface="Calibri"/>
                <a:sym typeface="Calibri"/>
              </a:defRPr>
            </a:lvl8pPr>
            <a:lvl9pPr indent="0" lvl="8" marL="0" marR="0" rtl="0" algn="r">
              <a:buClr>
                <a:schemeClr val="dk1"/>
              </a:buClr>
              <a:buSzPts val="2160"/>
              <a:buFont typeface="Calibri"/>
              <a:buNone/>
              <a:defRPr sz="2160">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09" name="Google Shape;109;p18"/>
          <p:cNvSpPr txBox="1"/>
          <p:nvPr>
            <p:ph idx="2" type="subTitle"/>
          </p:nvPr>
        </p:nvSpPr>
        <p:spPr>
          <a:xfrm>
            <a:off x="377310" y="480897"/>
            <a:ext cx="4716360" cy="245916"/>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5"/>
              </a:buClr>
              <a:buSzPts val="1200"/>
              <a:buNone/>
              <a:defRPr b="1" sz="1296">
                <a:solidFill>
                  <a:schemeClr val="accent5"/>
                </a:solidFill>
              </a:defRPr>
            </a:lvl1pPr>
            <a:lvl2pPr lvl="1" algn="l">
              <a:lnSpc>
                <a:spcPct val="100000"/>
              </a:lnSpc>
              <a:spcBef>
                <a:spcPts val="0"/>
              </a:spcBef>
              <a:spcAft>
                <a:spcPts val="0"/>
              </a:spcAft>
              <a:buClr>
                <a:schemeClr val="accent5"/>
              </a:buClr>
              <a:buSzPts val="1200"/>
              <a:buNone/>
              <a:defRPr b="1" sz="1296">
                <a:solidFill>
                  <a:schemeClr val="accent5"/>
                </a:solidFill>
              </a:defRPr>
            </a:lvl2pPr>
            <a:lvl3pPr lvl="2" algn="l">
              <a:lnSpc>
                <a:spcPct val="100000"/>
              </a:lnSpc>
              <a:spcBef>
                <a:spcPts val="0"/>
              </a:spcBef>
              <a:spcAft>
                <a:spcPts val="0"/>
              </a:spcAft>
              <a:buClr>
                <a:schemeClr val="accent5"/>
              </a:buClr>
              <a:buSzPts val="1200"/>
              <a:buNone/>
              <a:defRPr b="1" sz="1296">
                <a:solidFill>
                  <a:schemeClr val="accent5"/>
                </a:solidFill>
              </a:defRPr>
            </a:lvl3pPr>
            <a:lvl4pPr lvl="3" algn="l">
              <a:lnSpc>
                <a:spcPct val="100000"/>
              </a:lnSpc>
              <a:spcBef>
                <a:spcPts val="0"/>
              </a:spcBef>
              <a:spcAft>
                <a:spcPts val="0"/>
              </a:spcAft>
              <a:buClr>
                <a:schemeClr val="accent5"/>
              </a:buClr>
              <a:buSzPts val="1200"/>
              <a:buNone/>
              <a:defRPr b="1" sz="1296">
                <a:solidFill>
                  <a:schemeClr val="accent5"/>
                </a:solidFill>
              </a:defRPr>
            </a:lvl4pPr>
            <a:lvl5pPr lvl="4" algn="l">
              <a:lnSpc>
                <a:spcPct val="100000"/>
              </a:lnSpc>
              <a:spcBef>
                <a:spcPts val="0"/>
              </a:spcBef>
              <a:spcAft>
                <a:spcPts val="0"/>
              </a:spcAft>
              <a:buClr>
                <a:schemeClr val="accent5"/>
              </a:buClr>
              <a:buSzPts val="1200"/>
              <a:buNone/>
              <a:defRPr b="1" sz="1296">
                <a:solidFill>
                  <a:schemeClr val="accent5"/>
                </a:solidFill>
              </a:defRPr>
            </a:lvl5pPr>
            <a:lvl6pPr lvl="5" algn="l">
              <a:lnSpc>
                <a:spcPct val="100000"/>
              </a:lnSpc>
              <a:spcBef>
                <a:spcPts val="0"/>
              </a:spcBef>
              <a:spcAft>
                <a:spcPts val="0"/>
              </a:spcAft>
              <a:buClr>
                <a:schemeClr val="accent5"/>
              </a:buClr>
              <a:buSzPts val="1200"/>
              <a:buNone/>
              <a:defRPr b="1" sz="1296">
                <a:solidFill>
                  <a:schemeClr val="accent5"/>
                </a:solidFill>
              </a:defRPr>
            </a:lvl6pPr>
            <a:lvl7pPr lvl="6" algn="l">
              <a:lnSpc>
                <a:spcPct val="100000"/>
              </a:lnSpc>
              <a:spcBef>
                <a:spcPts val="0"/>
              </a:spcBef>
              <a:spcAft>
                <a:spcPts val="0"/>
              </a:spcAft>
              <a:buClr>
                <a:schemeClr val="accent5"/>
              </a:buClr>
              <a:buSzPts val="1200"/>
              <a:buNone/>
              <a:defRPr b="1" sz="1296">
                <a:solidFill>
                  <a:schemeClr val="accent5"/>
                </a:solidFill>
              </a:defRPr>
            </a:lvl7pPr>
            <a:lvl8pPr lvl="7" algn="l">
              <a:lnSpc>
                <a:spcPct val="100000"/>
              </a:lnSpc>
              <a:spcBef>
                <a:spcPts val="0"/>
              </a:spcBef>
              <a:spcAft>
                <a:spcPts val="0"/>
              </a:spcAft>
              <a:buClr>
                <a:schemeClr val="accent5"/>
              </a:buClr>
              <a:buSzPts val="1200"/>
              <a:buNone/>
              <a:defRPr b="1" sz="1296">
                <a:solidFill>
                  <a:schemeClr val="accent5"/>
                </a:solidFill>
              </a:defRPr>
            </a:lvl8pPr>
            <a:lvl9pPr lvl="8" algn="l">
              <a:lnSpc>
                <a:spcPct val="100000"/>
              </a:lnSpc>
              <a:spcBef>
                <a:spcPts val="0"/>
              </a:spcBef>
              <a:spcAft>
                <a:spcPts val="0"/>
              </a:spcAft>
              <a:buClr>
                <a:schemeClr val="accent5"/>
              </a:buClr>
              <a:buSzPts val="1200"/>
              <a:buNone/>
              <a:defRPr b="1" sz="1296">
                <a:solidFill>
                  <a:schemeClr val="accent5"/>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ast Facts">
  <p:cSld name="Fast Facts">
    <p:spTree>
      <p:nvGrpSpPr>
        <p:cNvPr id="110" name="Shape 110"/>
        <p:cNvGrpSpPr/>
        <p:nvPr/>
      </p:nvGrpSpPr>
      <p:grpSpPr>
        <a:xfrm>
          <a:off x="0" y="0"/>
          <a:ext cx="0" cy="0"/>
          <a:chOff x="0" y="0"/>
          <a:chExt cx="0" cy="0"/>
        </a:xfrm>
      </p:grpSpPr>
      <p:sp>
        <p:nvSpPr>
          <p:cNvPr id="111" name="Google Shape;111;p19"/>
          <p:cNvSpPr txBox="1"/>
          <p:nvPr>
            <p:ph type="title"/>
          </p:nvPr>
        </p:nvSpPr>
        <p:spPr>
          <a:xfrm>
            <a:off x="365310" y="1479789"/>
            <a:ext cx="4144680" cy="1778760"/>
          </a:xfrm>
          <a:prstGeom prst="rect">
            <a:avLst/>
          </a:prstGeom>
          <a:noFill/>
          <a:ln>
            <a:noFill/>
          </a:ln>
        </p:spPr>
        <p:txBody>
          <a:bodyPr anchorCtr="0" anchor="b" bIns="91425" lIns="91425" spcFirstLastPara="1" rIns="91425" wrap="square" tIns="91425">
            <a:normAutofit/>
          </a:bodyPr>
          <a:lstStyle>
            <a:lvl1pPr lvl="0" algn="l">
              <a:lnSpc>
                <a:spcPct val="90000"/>
              </a:lnSpc>
              <a:spcBef>
                <a:spcPts val="0"/>
              </a:spcBef>
              <a:spcAft>
                <a:spcPts val="0"/>
              </a:spcAft>
              <a:buClr>
                <a:schemeClr val="dk1"/>
              </a:buClr>
              <a:buSzPts val="3000"/>
              <a:buFont typeface="Arial"/>
              <a:buNone/>
              <a:defRPr sz="3240"/>
            </a:lvl1pPr>
            <a:lvl2pPr lvl="1">
              <a:spcBef>
                <a:spcPts val="0"/>
              </a:spcBef>
              <a:spcAft>
                <a:spcPts val="0"/>
              </a:spcAft>
              <a:buSzPts val="4200"/>
              <a:buNone/>
              <a:defRPr sz="4536"/>
            </a:lvl2pPr>
            <a:lvl3pPr lvl="2">
              <a:spcBef>
                <a:spcPts val="0"/>
              </a:spcBef>
              <a:spcAft>
                <a:spcPts val="0"/>
              </a:spcAft>
              <a:buSzPts val="4200"/>
              <a:buNone/>
              <a:defRPr sz="4536"/>
            </a:lvl3pPr>
            <a:lvl4pPr lvl="3">
              <a:spcBef>
                <a:spcPts val="0"/>
              </a:spcBef>
              <a:spcAft>
                <a:spcPts val="0"/>
              </a:spcAft>
              <a:buSzPts val="4200"/>
              <a:buNone/>
              <a:defRPr sz="4536"/>
            </a:lvl4pPr>
            <a:lvl5pPr lvl="4">
              <a:spcBef>
                <a:spcPts val="0"/>
              </a:spcBef>
              <a:spcAft>
                <a:spcPts val="0"/>
              </a:spcAft>
              <a:buSzPts val="4200"/>
              <a:buNone/>
              <a:defRPr sz="4536"/>
            </a:lvl5pPr>
            <a:lvl6pPr lvl="5">
              <a:spcBef>
                <a:spcPts val="0"/>
              </a:spcBef>
              <a:spcAft>
                <a:spcPts val="0"/>
              </a:spcAft>
              <a:buSzPts val="4200"/>
              <a:buNone/>
              <a:defRPr sz="4536"/>
            </a:lvl6pPr>
            <a:lvl7pPr lvl="6">
              <a:spcBef>
                <a:spcPts val="0"/>
              </a:spcBef>
              <a:spcAft>
                <a:spcPts val="0"/>
              </a:spcAft>
              <a:buSzPts val="4200"/>
              <a:buNone/>
              <a:defRPr sz="4536"/>
            </a:lvl7pPr>
            <a:lvl8pPr lvl="7">
              <a:spcBef>
                <a:spcPts val="0"/>
              </a:spcBef>
              <a:spcAft>
                <a:spcPts val="0"/>
              </a:spcAft>
              <a:buSzPts val="4200"/>
              <a:buNone/>
              <a:defRPr sz="4536"/>
            </a:lvl8pPr>
            <a:lvl9pPr lvl="8">
              <a:spcBef>
                <a:spcPts val="0"/>
              </a:spcBef>
              <a:spcAft>
                <a:spcPts val="0"/>
              </a:spcAft>
              <a:buSzPts val="4200"/>
              <a:buNone/>
              <a:defRPr sz="4536"/>
            </a:lvl9pPr>
          </a:lstStyle>
          <a:p/>
        </p:txBody>
      </p:sp>
      <p:sp>
        <p:nvSpPr>
          <p:cNvPr id="112" name="Google Shape;112;p19"/>
          <p:cNvSpPr txBox="1"/>
          <p:nvPr>
            <p:ph idx="1" type="subTitle"/>
          </p:nvPr>
        </p:nvSpPr>
        <p:spPr>
          <a:xfrm>
            <a:off x="365310" y="3363686"/>
            <a:ext cx="4144680" cy="1000188"/>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000"/>
              <a:buNone/>
              <a:defRPr sz="2160"/>
            </a:lvl1pPr>
            <a:lvl2pPr lvl="1" algn="l">
              <a:lnSpc>
                <a:spcPct val="100000"/>
              </a:lnSpc>
              <a:spcBef>
                <a:spcPts val="0"/>
              </a:spcBef>
              <a:spcAft>
                <a:spcPts val="0"/>
              </a:spcAft>
              <a:buSzPts val="2000"/>
              <a:buNone/>
              <a:defRPr sz="2160"/>
            </a:lvl2pPr>
            <a:lvl3pPr lvl="2" algn="l">
              <a:lnSpc>
                <a:spcPct val="100000"/>
              </a:lnSpc>
              <a:spcBef>
                <a:spcPts val="0"/>
              </a:spcBef>
              <a:spcAft>
                <a:spcPts val="0"/>
              </a:spcAft>
              <a:buSzPts val="2000"/>
              <a:buNone/>
              <a:defRPr sz="2160"/>
            </a:lvl3pPr>
            <a:lvl4pPr lvl="3" algn="l">
              <a:lnSpc>
                <a:spcPct val="100000"/>
              </a:lnSpc>
              <a:spcBef>
                <a:spcPts val="0"/>
              </a:spcBef>
              <a:spcAft>
                <a:spcPts val="0"/>
              </a:spcAft>
              <a:buSzPts val="2000"/>
              <a:buNone/>
              <a:defRPr sz="2160"/>
            </a:lvl4pPr>
            <a:lvl5pPr lvl="4" algn="l">
              <a:lnSpc>
                <a:spcPct val="100000"/>
              </a:lnSpc>
              <a:spcBef>
                <a:spcPts val="0"/>
              </a:spcBef>
              <a:spcAft>
                <a:spcPts val="0"/>
              </a:spcAft>
              <a:buSzPts val="2000"/>
              <a:buNone/>
              <a:defRPr sz="2160"/>
            </a:lvl5pPr>
            <a:lvl6pPr lvl="5" algn="l">
              <a:lnSpc>
                <a:spcPct val="100000"/>
              </a:lnSpc>
              <a:spcBef>
                <a:spcPts val="0"/>
              </a:spcBef>
              <a:spcAft>
                <a:spcPts val="0"/>
              </a:spcAft>
              <a:buClr>
                <a:schemeClr val="dk1"/>
              </a:buClr>
              <a:buSzPts val="2000"/>
              <a:buNone/>
              <a:defRPr sz="2160"/>
            </a:lvl6pPr>
            <a:lvl7pPr lvl="6" algn="l">
              <a:lnSpc>
                <a:spcPct val="100000"/>
              </a:lnSpc>
              <a:spcBef>
                <a:spcPts val="0"/>
              </a:spcBef>
              <a:spcAft>
                <a:spcPts val="0"/>
              </a:spcAft>
              <a:buClr>
                <a:schemeClr val="dk1"/>
              </a:buClr>
              <a:buSzPts val="2000"/>
              <a:buNone/>
              <a:defRPr sz="2160"/>
            </a:lvl7pPr>
            <a:lvl8pPr lvl="7" algn="l">
              <a:lnSpc>
                <a:spcPct val="100000"/>
              </a:lnSpc>
              <a:spcBef>
                <a:spcPts val="0"/>
              </a:spcBef>
              <a:spcAft>
                <a:spcPts val="0"/>
              </a:spcAft>
              <a:buClr>
                <a:schemeClr val="dk1"/>
              </a:buClr>
              <a:buSzPts val="2000"/>
              <a:buNone/>
              <a:defRPr sz="2160"/>
            </a:lvl8pPr>
            <a:lvl9pPr lvl="8" algn="l">
              <a:lnSpc>
                <a:spcPct val="100000"/>
              </a:lnSpc>
              <a:spcBef>
                <a:spcPts val="0"/>
              </a:spcBef>
              <a:spcAft>
                <a:spcPts val="0"/>
              </a:spcAft>
              <a:buClr>
                <a:schemeClr val="dk1"/>
              </a:buClr>
              <a:buSzPts val="2000"/>
              <a:buNone/>
              <a:defRPr sz="2160"/>
            </a:lvl9pPr>
          </a:lstStyle>
          <a:p/>
        </p:txBody>
      </p:sp>
      <p:sp>
        <p:nvSpPr>
          <p:cNvPr id="113" name="Google Shape;113;p19"/>
          <p:cNvSpPr txBox="1"/>
          <p:nvPr>
            <p:ph idx="12" type="sldNum"/>
          </p:nvPr>
        </p:nvSpPr>
        <p:spPr>
          <a:xfrm>
            <a:off x="10166950" y="5595860"/>
            <a:ext cx="658440" cy="472392"/>
          </a:xfrm>
          <a:prstGeom prst="rect">
            <a:avLst/>
          </a:prstGeom>
          <a:noFill/>
          <a:ln>
            <a:noFill/>
          </a:ln>
        </p:spPr>
        <p:txBody>
          <a:bodyPr anchorCtr="0" anchor="ctr" bIns="91425" lIns="91425" spcFirstLastPara="1" rIns="91425" wrap="square" tIns="91425">
            <a:normAutofit/>
          </a:bodyPr>
          <a:lstStyle>
            <a:lvl1pPr indent="0" lvl="0" marL="0" marR="0" rtl="0" algn="r">
              <a:buClr>
                <a:schemeClr val="dk1"/>
              </a:buClr>
              <a:buSzPts val="2160"/>
              <a:buFont typeface="Calibri"/>
              <a:buNone/>
              <a:defRPr sz="2160">
                <a:solidFill>
                  <a:schemeClr val="dk1"/>
                </a:solidFill>
                <a:latin typeface="Calibri"/>
                <a:ea typeface="Calibri"/>
                <a:cs typeface="Calibri"/>
                <a:sym typeface="Calibri"/>
              </a:defRPr>
            </a:lvl1pPr>
            <a:lvl2pPr indent="0" lvl="1" marL="0" marR="0" rtl="0" algn="r">
              <a:buClr>
                <a:schemeClr val="dk1"/>
              </a:buClr>
              <a:buSzPts val="2160"/>
              <a:buFont typeface="Calibri"/>
              <a:buNone/>
              <a:defRPr sz="2160">
                <a:solidFill>
                  <a:schemeClr val="dk1"/>
                </a:solidFill>
                <a:latin typeface="Calibri"/>
                <a:ea typeface="Calibri"/>
                <a:cs typeface="Calibri"/>
                <a:sym typeface="Calibri"/>
              </a:defRPr>
            </a:lvl2pPr>
            <a:lvl3pPr indent="0" lvl="2" marL="0" marR="0" rtl="0" algn="r">
              <a:buClr>
                <a:schemeClr val="dk1"/>
              </a:buClr>
              <a:buSzPts val="2160"/>
              <a:buFont typeface="Calibri"/>
              <a:buNone/>
              <a:defRPr sz="2160">
                <a:solidFill>
                  <a:schemeClr val="dk1"/>
                </a:solidFill>
                <a:latin typeface="Calibri"/>
                <a:ea typeface="Calibri"/>
                <a:cs typeface="Calibri"/>
                <a:sym typeface="Calibri"/>
              </a:defRPr>
            </a:lvl3pPr>
            <a:lvl4pPr indent="0" lvl="3" marL="0" marR="0" rtl="0" algn="r">
              <a:buClr>
                <a:schemeClr val="dk1"/>
              </a:buClr>
              <a:buSzPts val="2160"/>
              <a:buFont typeface="Calibri"/>
              <a:buNone/>
              <a:defRPr sz="2160">
                <a:solidFill>
                  <a:schemeClr val="dk1"/>
                </a:solidFill>
                <a:latin typeface="Calibri"/>
                <a:ea typeface="Calibri"/>
                <a:cs typeface="Calibri"/>
                <a:sym typeface="Calibri"/>
              </a:defRPr>
            </a:lvl4pPr>
            <a:lvl5pPr indent="0" lvl="4" marL="0" marR="0" rtl="0" algn="r">
              <a:buClr>
                <a:schemeClr val="dk1"/>
              </a:buClr>
              <a:buSzPts val="2160"/>
              <a:buFont typeface="Calibri"/>
              <a:buNone/>
              <a:defRPr sz="2160">
                <a:solidFill>
                  <a:schemeClr val="dk1"/>
                </a:solidFill>
                <a:latin typeface="Calibri"/>
                <a:ea typeface="Calibri"/>
                <a:cs typeface="Calibri"/>
                <a:sym typeface="Calibri"/>
              </a:defRPr>
            </a:lvl5pPr>
            <a:lvl6pPr indent="0" lvl="5" marL="0" marR="0" rtl="0" algn="r">
              <a:buClr>
                <a:schemeClr val="dk1"/>
              </a:buClr>
              <a:buSzPts val="2160"/>
              <a:buFont typeface="Calibri"/>
              <a:buNone/>
              <a:defRPr sz="2160">
                <a:solidFill>
                  <a:schemeClr val="dk1"/>
                </a:solidFill>
                <a:latin typeface="Calibri"/>
                <a:ea typeface="Calibri"/>
                <a:cs typeface="Calibri"/>
                <a:sym typeface="Calibri"/>
              </a:defRPr>
            </a:lvl6pPr>
            <a:lvl7pPr indent="0" lvl="6" marL="0" marR="0" rtl="0" algn="r">
              <a:buClr>
                <a:schemeClr val="dk1"/>
              </a:buClr>
              <a:buSzPts val="2160"/>
              <a:buFont typeface="Calibri"/>
              <a:buNone/>
              <a:defRPr sz="2160">
                <a:solidFill>
                  <a:schemeClr val="dk1"/>
                </a:solidFill>
                <a:latin typeface="Calibri"/>
                <a:ea typeface="Calibri"/>
                <a:cs typeface="Calibri"/>
                <a:sym typeface="Calibri"/>
              </a:defRPr>
            </a:lvl7pPr>
            <a:lvl8pPr indent="0" lvl="7" marL="0" marR="0" rtl="0" algn="r">
              <a:buClr>
                <a:schemeClr val="dk1"/>
              </a:buClr>
              <a:buSzPts val="2160"/>
              <a:buFont typeface="Calibri"/>
              <a:buNone/>
              <a:defRPr sz="2160">
                <a:solidFill>
                  <a:schemeClr val="dk1"/>
                </a:solidFill>
                <a:latin typeface="Calibri"/>
                <a:ea typeface="Calibri"/>
                <a:cs typeface="Calibri"/>
                <a:sym typeface="Calibri"/>
              </a:defRPr>
            </a:lvl8pPr>
            <a:lvl9pPr indent="0" lvl="8" marL="0" marR="0" rtl="0" algn="r">
              <a:buClr>
                <a:schemeClr val="dk1"/>
              </a:buClr>
              <a:buSzPts val="2160"/>
              <a:buFont typeface="Calibri"/>
              <a:buNone/>
              <a:defRPr sz="2160">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14" name="Google Shape;114;p19"/>
          <p:cNvSpPr/>
          <p:nvPr/>
        </p:nvSpPr>
        <p:spPr>
          <a:xfrm>
            <a:off x="5399836" y="852358"/>
            <a:ext cx="4539928" cy="4501656"/>
          </a:xfrm>
          <a:prstGeom prst="ellipse">
            <a:avLst/>
          </a:prstGeom>
          <a:solidFill>
            <a:srgbClr val="F4F4F4"/>
          </a:solidFill>
          <a:ln>
            <a:noFill/>
          </a:ln>
        </p:spPr>
        <p:txBody>
          <a:bodyPr anchorCtr="0" anchor="ctr" bIns="98725" lIns="98725" spcFirstLastPara="1" rIns="98725" wrap="square" tIns="98725">
            <a:noAutofit/>
          </a:bodyPr>
          <a:lstStyle/>
          <a:p>
            <a:pPr indent="0" lvl="0" marL="0" marR="0" rtl="0" algn="l">
              <a:spcBef>
                <a:spcPts val="0"/>
              </a:spcBef>
              <a:spcAft>
                <a:spcPts val="0"/>
              </a:spcAft>
              <a:buClr>
                <a:schemeClr val="dk1"/>
              </a:buClr>
              <a:buSzPts val="1944"/>
              <a:buFont typeface="Calibri"/>
              <a:buNone/>
            </a:pPr>
            <a:r>
              <a:t/>
            </a:r>
            <a:endParaRPr sz="1944">
              <a:solidFill>
                <a:schemeClr val="dk1"/>
              </a:solidFill>
              <a:latin typeface="Calibri"/>
              <a:ea typeface="Calibri"/>
              <a:cs typeface="Calibri"/>
              <a:sym typeface="Calibri"/>
            </a:endParaRPr>
          </a:p>
        </p:txBody>
      </p:sp>
      <p:pic>
        <p:nvPicPr>
          <p:cNvPr id="115" name="Google Shape;115;p19"/>
          <p:cNvPicPr preferRelativeResize="0"/>
          <p:nvPr/>
        </p:nvPicPr>
        <p:blipFill rotWithShape="1">
          <a:blip r:embed="rId2">
            <a:alphaModFix/>
          </a:blip>
          <a:srcRect b="0" l="0" r="0" t="0"/>
          <a:stretch/>
        </p:blipFill>
        <p:spPr>
          <a:xfrm>
            <a:off x="5860969" y="3264395"/>
            <a:ext cx="207413" cy="207410"/>
          </a:xfrm>
          <a:prstGeom prst="rect">
            <a:avLst/>
          </a:prstGeom>
          <a:noFill/>
          <a:ln>
            <a:noFill/>
          </a:ln>
        </p:spPr>
      </p:pic>
      <p:pic>
        <p:nvPicPr>
          <p:cNvPr id="116" name="Google Shape;116;p19"/>
          <p:cNvPicPr preferRelativeResize="0"/>
          <p:nvPr/>
        </p:nvPicPr>
        <p:blipFill rotWithShape="1">
          <a:blip r:embed="rId3">
            <a:alphaModFix/>
          </a:blip>
          <a:srcRect b="0" l="0" r="0" t="0"/>
          <a:stretch/>
        </p:blipFill>
        <p:spPr>
          <a:xfrm>
            <a:off x="5860969" y="3653902"/>
            <a:ext cx="207413" cy="207410"/>
          </a:xfrm>
          <a:prstGeom prst="rect">
            <a:avLst/>
          </a:prstGeom>
          <a:noFill/>
          <a:ln>
            <a:noFill/>
          </a:ln>
        </p:spPr>
      </p:pic>
      <p:pic>
        <p:nvPicPr>
          <p:cNvPr id="117" name="Google Shape;117;p19"/>
          <p:cNvPicPr preferRelativeResize="0"/>
          <p:nvPr/>
        </p:nvPicPr>
        <p:blipFill rotWithShape="1">
          <a:blip r:embed="rId4">
            <a:alphaModFix/>
          </a:blip>
          <a:srcRect b="0" l="0" r="0" t="0"/>
          <a:stretch/>
        </p:blipFill>
        <p:spPr>
          <a:xfrm>
            <a:off x="5860969" y="2874892"/>
            <a:ext cx="207413" cy="207410"/>
          </a:xfrm>
          <a:prstGeom prst="rect">
            <a:avLst/>
          </a:prstGeom>
          <a:noFill/>
          <a:ln>
            <a:noFill/>
          </a:ln>
        </p:spPr>
      </p:pic>
      <p:sp>
        <p:nvSpPr>
          <p:cNvPr id="118" name="Google Shape;118;p19"/>
          <p:cNvSpPr/>
          <p:nvPr/>
        </p:nvSpPr>
        <p:spPr>
          <a:xfrm>
            <a:off x="5399836" y="-3815640"/>
            <a:ext cx="4539928" cy="4501656"/>
          </a:xfrm>
          <a:prstGeom prst="ellipse">
            <a:avLst/>
          </a:prstGeom>
          <a:noFill/>
          <a:ln cap="flat" cmpd="sng" w="9525">
            <a:solidFill>
              <a:srgbClr val="845BA3"/>
            </a:solidFill>
            <a:prstDash val="solid"/>
            <a:round/>
            <a:headEnd len="sm" w="sm" type="none"/>
            <a:tailEnd len="sm" w="sm" type="none"/>
          </a:ln>
        </p:spPr>
        <p:txBody>
          <a:bodyPr anchorCtr="0" anchor="ctr" bIns="98725" lIns="98725" spcFirstLastPara="1" rIns="98725" wrap="square" tIns="98725">
            <a:noAutofit/>
          </a:bodyPr>
          <a:lstStyle/>
          <a:p>
            <a:pPr indent="0" lvl="0" marL="0" marR="0" rtl="0" algn="l">
              <a:spcBef>
                <a:spcPts val="0"/>
              </a:spcBef>
              <a:spcAft>
                <a:spcPts val="0"/>
              </a:spcAft>
              <a:buClr>
                <a:schemeClr val="dk1"/>
              </a:buClr>
              <a:buSzPts val="1944"/>
              <a:buFont typeface="Calibri"/>
              <a:buNone/>
            </a:pPr>
            <a:r>
              <a:t/>
            </a:r>
            <a:endParaRPr sz="1944">
              <a:solidFill>
                <a:schemeClr val="dk1"/>
              </a:solidFill>
              <a:latin typeface="Calibri"/>
              <a:ea typeface="Calibri"/>
              <a:cs typeface="Calibri"/>
              <a:sym typeface="Calibri"/>
            </a:endParaRPr>
          </a:p>
        </p:txBody>
      </p:sp>
      <p:sp>
        <p:nvSpPr>
          <p:cNvPr id="119" name="Google Shape;119;p19"/>
          <p:cNvSpPr/>
          <p:nvPr/>
        </p:nvSpPr>
        <p:spPr>
          <a:xfrm>
            <a:off x="5399836" y="5485996"/>
            <a:ext cx="4539928" cy="4501656"/>
          </a:xfrm>
          <a:prstGeom prst="ellipse">
            <a:avLst/>
          </a:prstGeom>
          <a:noFill/>
          <a:ln cap="flat" cmpd="sng" w="9525">
            <a:solidFill>
              <a:srgbClr val="FF350F"/>
            </a:solidFill>
            <a:prstDash val="solid"/>
            <a:round/>
            <a:headEnd len="sm" w="sm" type="none"/>
            <a:tailEnd len="sm" w="sm" type="none"/>
          </a:ln>
        </p:spPr>
        <p:txBody>
          <a:bodyPr anchorCtr="0" anchor="ctr" bIns="98725" lIns="98725" spcFirstLastPara="1" rIns="98725" wrap="square" tIns="98725">
            <a:noAutofit/>
          </a:bodyPr>
          <a:lstStyle/>
          <a:p>
            <a:pPr indent="0" lvl="0" marL="0" marR="0" rtl="0" algn="l">
              <a:spcBef>
                <a:spcPts val="0"/>
              </a:spcBef>
              <a:spcAft>
                <a:spcPts val="0"/>
              </a:spcAft>
              <a:buClr>
                <a:schemeClr val="dk1"/>
              </a:buClr>
              <a:buSzPts val="1944"/>
              <a:buFont typeface="Calibri"/>
              <a:buNone/>
            </a:pPr>
            <a:r>
              <a:t/>
            </a:r>
            <a:endParaRPr sz="1944">
              <a:solidFill>
                <a:schemeClr val="dk1"/>
              </a:solidFill>
              <a:latin typeface="Calibri"/>
              <a:ea typeface="Calibri"/>
              <a:cs typeface="Calibri"/>
              <a:sym typeface="Calibri"/>
            </a:endParaRPr>
          </a:p>
        </p:txBody>
      </p:sp>
      <p:sp>
        <p:nvSpPr>
          <p:cNvPr id="120" name="Google Shape;120;p19"/>
          <p:cNvSpPr txBox="1"/>
          <p:nvPr>
            <p:ph idx="2" type="subTitle"/>
          </p:nvPr>
        </p:nvSpPr>
        <p:spPr>
          <a:xfrm>
            <a:off x="5305680" y="2284211"/>
            <a:ext cx="4728240" cy="510758"/>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accent5"/>
              </a:buClr>
              <a:buSzPts val="1200"/>
              <a:buNone/>
              <a:defRPr b="1" sz="2160">
                <a:solidFill>
                  <a:schemeClr val="accent5"/>
                </a:solidFill>
              </a:defRPr>
            </a:lvl1pPr>
            <a:lvl2pPr lvl="1" algn="l">
              <a:lnSpc>
                <a:spcPct val="100000"/>
              </a:lnSpc>
              <a:spcBef>
                <a:spcPts val="0"/>
              </a:spcBef>
              <a:spcAft>
                <a:spcPts val="0"/>
              </a:spcAft>
              <a:buClr>
                <a:schemeClr val="accent5"/>
              </a:buClr>
              <a:buSzPts val="1200"/>
              <a:buNone/>
              <a:defRPr b="1" sz="1296">
                <a:solidFill>
                  <a:schemeClr val="accent5"/>
                </a:solidFill>
              </a:defRPr>
            </a:lvl2pPr>
            <a:lvl3pPr lvl="2" algn="l">
              <a:lnSpc>
                <a:spcPct val="100000"/>
              </a:lnSpc>
              <a:spcBef>
                <a:spcPts val="0"/>
              </a:spcBef>
              <a:spcAft>
                <a:spcPts val="0"/>
              </a:spcAft>
              <a:buClr>
                <a:schemeClr val="accent5"/>
              </a:buClr>
              <a:buSzPts val="1200"/>
              <a:buNone/>
              <a:defRPr b="1" sz="1296">
                <a:solidFill>
                  <a:schemeClr val="accent5"/>
                </a:solidFill>
              </a:defRPr>
            </a:lvl3pPr>
            <a:lvl4pPr lvl="3" algn="l">
              <a:lnSpc>
                <a:spcPct val="100000"/>
              </a:lnSpc>
              <a:spcBef>
                <a:spcPts val="0"/>
              </a:spcBef>
              <a:spcAft>
                <a:spcPts val="0"/>
              </a:spcAft>
              <a:buClr>
                <a:schemeClr val="accent5"/>
              </a:buClr>
              <a:buSzPts val="1200"/>
              <a:buNone/>
              <a:defRPr b="1" sz="1296">
                <a:solidFill>
                  <a:schemeClr val="accent5"/>
                </a:solidFill>
              </a:defRPr>
            </a:lvl4pPr>
            <a:lvl5pPr lvl="4" algn="l">
              <a:lnSpc>
                <a:spcPct val="100000"/>
              </a:lnSpc>
              <a:spcBef>
                <a:spcPts val="0"/>
              </a:spcBef>
              <a:spcAft>
                <a:spcPts val="0"/>
              </a:spcAft>
              <a:buClr>
                <a:schemeClr val="accent5"/>
              </a:buClr>
              <a:buSzPts val="1200"/>
              <a:buNone/>
              <a:defRPr b="1" sz="1296">
                <a:solidFill>
                  <a:schemeClr val="accent5"/>
                </a:solidFill>
              </a:defRPr>
            </a:lvl5pPr>
            <a:lvl6pPr lvl="5" algn="l">
              <a:lnSpc>
                <a:spcPct val="100000"/>
              </a:lnSpc>
              <a:spcBef>
                <a:spcPts val="0"/>
              </a:spcBef>
              <a:spcAft>
                <a:spcPts val="0"/>
              </a:spcAft>
              <a:buClr>
                <a:schemeClr val="accent5"/>
              </a:buClr>
              <a:buSzPts val="1200"/>
              <a:buNone/>
              <a:defRPr b="1" sz="1296">
                <a:solidFill>
                  <a:schemeClr val="accent5"/>
                </a:solidFill>
              </a:defRPr>
            </a:lvl6pPr>
            <a:lvl7pPr lvl="6" algn="l">
              <a:lnSpc>
                <a:spcPct val="100000"/>
              </a:lnSpc>
              <a:spcBef>
                <a:spcPts val="0"/>
              </a:spcBef>
              <a:spcAft>
                <a:spcPts val="0"/>
              </a:spcAft>
              <a:buClr>
                <a:schemeClr val="accent5"/>
              </a:buClr>
              <a:buSzPts val="1200"/>
              <a:buNone/>
              <a:defRPr b="1" sz="1296">
                <a:solidFill>
                  <a:schemeClr val="accent5"/>
                </a:solidFill>
              </a:defRPr>
            </a:lvl7pPr>
            <a:lvl8pPr lvl="7" algn="l">
              <a:lnSpc>
                <a:spcPct val="100000"/>
              </a:lnSpc>
              <a:spcBef>
                <a:spcPts val="0"/>
              </a:spcBef>
              <a:spcAft>
                <a:spcPts val="0"/>
              </a:spcAft>
              <a:buClr>
                <a:schemeClr val="accent5"/>
              </a:buClr>
              <a:buSzPts val="1200"/>
              <a:buNone/>
              <a:defRPr b="1" sz="1296">
                <a:solidFill>
                  <a:schemeClr val="accent5"/>
                </a:solidFill>
              </a:defRPr>
            </a:lvl8pPr>
            <a:lvl9pPr lvl="8" algn="l">
              <a:lnSpc>
                <a:spcPct val="100000"/>
              </a:lnSpc>
              <a:spcBef>
                <a:spcPts val="0"/>
              </a:spcBef>
              <a:spcAft>
                <a:spcPts val="0"/>
              </a:spcAft>
              <a:buClr>
                <a:schemeClr val="accent5"/>
              </a:buClr>
              <a:buSzPts val="1200"/>
              <a:buNone/>
              <a:defRPr b="1" sz="1296">
                <a:solidFill>
                  <a:schemeClr val="accent5"/>
                </a:solidFill>
              </a:defRPr>
            </a:lvl9pPr>
          </a:lstStyle>
          <a:p/>
        </p:txBody>
      </p:sp>
      <p:sp>
        <p:nvSpPr>
          <p:cNvPr id="121" name="Google Shape;121;p19"/>
          <p:cNvSpPr txBox="1"/>
          <p:nvPr>
            <p:ph idx="3" type="body"/>
          </p:nvPr>
        </p:nvSpPr>
        <p:spPr>
          <a:xfrm>
            <a:off x="5976721" y="2809362"/>
            <a:ext cx="3665646" cy="39129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900"/>
              </a:spcBef>
              <a:spcAft>
                <a:spcPts val="0"/>
              </a:spcAft>
              <a:buSzPts val="1296"/>
              <a:buNone/>
              <a:defRPr b="1" sz="1296">
                <a:solidFill>
                  <a:srgbClr val="432872"/>
                </a:solidFill>
              </a:defRPr>
            </a:lvl1pPr>
            <a:lvl2pPr indent="-342900" lvl="1" marL="914400" algn="l">
              <a:lnSpc>
                <a:spcPct val="90000"/>
              </a:lnSpc>
              <a:spcBef>
                <a:spcPts val="450"/>
              </a:spcBef>
              <a:spcAft>
                <a:spcPts val="0"/>
              </a:spcAft>
              <a:buSzPts val="1800"/>
              <a:buChar char="•"/>
              <a:defRPr/>
            </a:lvl2pPr>
            <a:lvl3pPr indent="-342900" lvl="2" marL="1371600" algn="l">
              <a:lnSpc>
                <a:spcPct val="90000"/>
              </a:lnSpc>
              <a:spcBef>
                <a:spcPts val="450"/>
              </a:spcBef>
              <a:spcAft>
                <a:spcPts val="0"/>
              </a:spcAft>
              <a:buSzPts val="1800"/>
              <a:buChar char="•"/>
              <a:defRPr/>
            </a:lvl3pPr>
            <a:lvl4pPr indent="-342900" lvl="3" marL="1828800" algn="l">
              <a:lnSpc>
                <a:spcPct val="90000"/>
              </a:lnSpc>
              <a:spcBef>
                <a:spcPts val="450"/>
              </a:spcBef>
              <a:spcAft>
                <a:spcPts val="0"/>
              </a:spcAft>
              <a:buSzPts val="1800"/>
              <a:buChar char="•"/>
              <a:defRPr/>
            </a:lvl4pPr>
            <a:lvl5pPr indent="-342900" lvl="4" marL="2286000" algn="l">
              <a:lnSpc>
                <a:spcPct val="90000"/>
              </a:lnSpc>
              <a:spcBef>
                <a:spcPts val="450"/>
              </a:spcBef>
              <a:spcAft>
                <a:spcPts val="0"/>
              </a:spcAft>
              <a:buSzPts val="1800"/>
              <a:buChar char="•"/>
              <a:defRPr/>
            </a:lvl5pPr>
            <a:lvl6pPr indent="-342900" lvl="5" marL="2743200" algn="l">
              <a:lnSpc>
                <a:spcPct val="90000"/>
              </a:lnSpc>
              <a:spcBef>
                <a:spcPts val="450"/>
              </a:spcBef>
              <a:spcAft>
                <a:spcPts val="0"/>
              </a:spcAft>
              <a:buClr>
                <a:schemeClr val="dk1"/>
              </a:buClr>
              <a:buSzPts val="1800"/>
              <a:buChar char="•"/>
              <a:defRPr/>
            </a:lvl6pPr>
            <a:lvl7pPr indent="-342900" lvl="6" marL="3200400" algn="l">
              <a:lnSpc>
                <a:spcPct val="90000"/>
              </a:lnSpc>
              <a:spcBef>
                <a:spcPts val="450"/>
              </a:spcBef>
              <a:spcAft>
                <a:spcPts val="0"/>
              </a:spcAft>
              <a:buClr>
                <a:schemeClr val="dk1"/>
              </a:buClr>
              <a:buSzPts val="1800"/>
              <a:buChar char="•"/>
              <a:defRPr/>
            </a:lvl7pPr>
            <a:lvl8pPr indent="-342900" lvl="7" marL="3657600" algn="l">
              <a:lnSpc>
                <a:spcPct val="90000"/>
              </a:lnSpc>
              <a:spcBef>
                <a:spcPts val="450"/>
              </a:spcBef>
              <a:spcAft>
                <a:spcPts val="0"/>
              </a:spcAft>
              <a:buClr>
                <a:schemeClr val="dk1"/>
              </a:buClr>
              <a:buSzPts val="1800"/>
              <a:buChar char="•"/>
              <a:defRPr/>
            </a:lvl8pPr>
            <a:lvl9pPr indent="-342900" lvl="8" marL="4114800" algn="l">
              <a:lnSpc>
                <a:spcPct val="90000"/>
              </a:lnSpc>
              <a:spcBef>
                <a:spcPts val="450"/>
              </a:spcBef>
              <a:spcAft>
                <a:spcPts val="0"/>
              </a:spcAft>
              <a:buClr>
                <a:schemeClr val="dk1"/>
              </a:buClr>
              <a:buSzPts val="1800"/>
              <a:buChar char="•"/>
              <a:defRPr/>
            </a:lvl9pPr>
          </a:lstStyle>
          <a:p/>
        </p:txBody>
      </p:sp>
      <p:sp>
        <p:nvSpPr>
          <p:cNvPr id="122" name="Google Shape;122;p19"/>
          <p:cNvSpPr txBox="1"/>
          <p:nvPr>
            <p:ph idx="4" type="body"/>
          </p:nvPr>
        </p:nvSpPr>
        <p:spPr>
          <a:xfrm>
            <a:off x="5976721" y="3189114"/>
            <a:ext cx="3665646" cy="39129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900"/>
              </a:spcBef>
              <a:spcAft>
                <a:spcPts val="0"/>
              </a:spcAft>
              <a:buSzPts val="1296"/>
              <a:buNone/>
              <a:defRPr b="1" sz="1296">
                <a:solidFill>
                  <a:srgbClr val="432872"/>
                </a:solidFill>
              </a:defRPr>
            </a:lvl1pPr>
            <a:lvl2pPr indent="-342900" lvl="1" marL="914400" algn="l">
              <a:lnSpc>
                <a:spcPct val="90000"/>
              </a:lnSpc>
              <a:spcBef>
                <a:spcPts val="450"/>
              </a:spcBef>
              <a:spcAft>
                <a:spcPts val="0"/>
              </a:spcAft>
              <a:buSzPts val="1800"/>
              <a:buChar char="•"/>
              <a:defRPr/>
            </a:lvl2pPr>
            <a:lvl3pPr indent="-342900" lvl="2" marL="1371600" algn="l">
              <a:lnSpc>
                <a:spcPct val="90000"/>
              </a:lnSpc>
              <a:spcBef>
                <a:spcPts val="450"/>
              </a:spcBef>
              <a:spcAft>
                <a:spcPts val="0"/>
              </a:spcAft>
              <a:buSzPts val="1800"/>
              <a:buChar char="•"/>
              <a:defRPr/>
            </a:lvl3pPr>
            <a:lvl4pPr indent="-342900" lvl="3" marL="1828800" algn="l">
              <a:lnSpc>
                <a:spcPct val="90000"/>
              </a:lnSpc>
              <a:spcBef>
                <a:spcPts val="450"/>
              </a:spcBef>
              <a:spcAft>
                <a:spcPts val="0"/>
              </a:spcAft>
              <a:buSzPts val="1800"/>
              <a:buChar char="•"/>
              <a:defRPr/>
            </a:lvl4pPr>
            <a:lvl5pPr indent="-342900" lvl="4" marL="2286000" algn="l">
              <a:lnSpc>
                <a:spcPct val="90000"/>
              </a:lnSpc>
              <a:spcBef>
                <a:spcPts val="450"/>
              </a:spcBef>
              <a:spcAft>
                <a:spcPts val="0"/>
              </a:spcAft>
              <a:buSzPts val="1800"/>
              <a:buChar char="•"/>
              <a:defRPr/>
            </a:lvl5pPr>
            <a:lvl6pPr indent="-342900" lvl="5" marL="2743200" algn="l">
              <a:lnSpc>
                <a:spcPct val="90000"/>
              </a:lnSpc>
              <a:spcBef>
                <a:spcPts val="450"/>
              </a:spcBef>
              <a:spcAft>
                <a:spcPts val="0"/>
              </a:spcAft>
              <a:buClr>
                <a:schemeClr val="dk1"/>
              </a:buClr>
              <a:buSzPts val="1800"/>
              <a:buChar char="•"/>
              <a:defRPr/>
            </a:lvl6pPr>
            <a:lvl7pPr indent="-342900" lvl="6" marL="3200400" algn="l">
              <a:lnSpc>
                <a:spcPct val="90000"/>
              </a:lnSpc>
              <a:spcBef>
                <a:spcPts val="450"/>
              </a:spcBef>
              <a:spcAft>
                <a:spcPts val="0"/>
              </a:spcAft>
              <a:buClr>
                <a:schemeClr val="dk1"/>
              </a:buClr>
              <a:buSzPts val="1800"/>
              <a:buChar char="•"/>
              <a:defRPr/>
            </a:lvl7pPr>
            <a:lvl8pPr indent="-342900" lvl="7" marL="3657600" algn="l">
              <a:lnSpc>
                <a:spcPct val="90000"/>
              </a:lnSpc>
              <a:spcBef>
                <a:spcPts val="450"/>
              </a:spcBef>
              <a:spcAft>
                <a:spcPts val="0"/>
              </a:spcAft>
              <a:buClr>
                <a:schemeClr val="dk1"/>
              </a:buClr>
              <a:buSzPts val="1800"/>
              <a:buChar char="•"/>
              <a:defRPr/>
            </a:lvl8pPr>
            <a:lvl9pPr indent="-342900" lvl="8" marL="4114800" algn="l">
              <a:lnSpc>
                <a:spcPct val="90000"/>
              </a:lnSpc>
              <a:spcBef>
                <a:spcPts val="450"/>
              </a:spcBef>
              <a:spcAft>
                <a:spcPts val="0"/>
              </a:spcAft>
              <a:buClr>
                <a:schemeClr val="dk1"/>
              </a:buClr>
              <a:buSzPts val="1800"/>
              <a:buChar char="•"/>
              <a:defRPr/>
            </a:lvl9pPr>
          </a:lstStyle>
          <a:p/>
        </p:txBody>
      </p:sp>
      <p:sp>
        <p:nvSpPr>
          <p:cNvPr id="123" name="Google Shape;123;p19"/>
          <p:cNvSpPr txBox="1"/>
          <p:nvPr>
            <p:ph idx="5" type="body"/>
          </p:nvPr>
        </p:nvSpPr>
        <p:spPr>
          <a:xfrm>
            <a:off x="5976719" y="3577809"/>
            <a:ext cx="3665646" cy="39129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900"/>
              </a:spcBef>
              <a:spcAft>
                <a:spcPts val="0"/>
              </a:spcAft>
              <a:buSzPts val="1296"/>
              <a:buNone/>
              <a:defRPr b="1" sz="1296">
                <a:solidFill>
                  <a:srgbClr val="432872"/>
                </a:solidFill>
              </a:defRPr>
            </a:lvl1pPr>
            <a:lvl2pPr indent="-342900" lvl="1" marL="914400" algn="l">
              <a:lnSpc>
                <a:spcPct val="90000"/>
              </a:lnSpc>
              <a:spcBef>
                <a:spcPts val="450"/>
              </a:spcBef>
              <a:spcAft>
                <a:spcPts val="0"/>
              </a:spcAft>
              <a:buSzPts val="1800"/>
              <a:buChar char="•"/>
              <a:defRPr/>
            </a:lvl2pPr>
            <a:lvl3pPr indent="-342900" lvl="2" marL="1371600" algn="l">
              <a:lnSpc>
                <a:spcPct val="90000"/>
              </a:lnSpc>
              <a:spcBef>
                <a:spcPts val="450"/>
              </a:spcBef>
              <a:spcAft>
                <a:spcPts val="0"/>
              </a:spcAft>
              <a:buSzPts val="1800"/>
              <a:buChar char="•"/>
              <a:defRPr/>
            </a:lvl3pPr>
            <a:lvl4pPr indent="-342900" lvl="3" marL="1828800" algn="l">
              <a:lnSpc>
                <a:spcPct val="90000"/>
              </a:lnSpc>
              <a:spcBef>
                <a:spcPts val="450"/>
              </a:spcBef>
              <a:spcAft>
                <a:spcPts val="0"/>
              </a:spcAft>
              <a:buSzPts val="1800"/>
              <a:buChar char="•"/>
              <a:defRPr/>
            </a:lvl4pPr>
            <a:lvl5pPr indent="-342900" lvl="4" marL="2286000" algn="l">
              <a:lnSpc>
                <a:spcPct val="90000"/>
              </a:lnSpc>
              <a:spcBef>
                <a:spcPts val="450"/>
              </a:spcBef>
              <a:spcAft>
                <a:spcPts val="0"/>
              </a:spcAft>
              <a:buSzPts val="1800"/>
              <a:buChar char="•"/>
              <a:defRPr/>
            </a:lvl5pPr>
            <a:lvl6pPr indent="-342900" lvl="5" marL="2743200" algn="l">
              <a:lnSpc>
                <a:spcPct val="90000"/>
              </a:lnSpc>
              <a:spcBef>
                <a:spcPts val="450"/>
              </a:spcBef>
              <a:spcAft>
                <a:spcPts val="0"/>
              </a:spcAft>
              <a:buClr>
                <a:schemeClr val="dk1"/>
              </a:buClr>
              <a:buSzPts val="1800"/>
              <a:buChar char="•"/>
              <a:defRPr/>
            </a:lvl6pPr>
            <a:lvl7pPr indent="-342900" lvl="6" marL="3200400" algn="l">
              <a:lnSpc>
                <a:spcPct val="90000"/>
              </a:lnSpc>
              <a:spcBef>
                <a:spcPts val="450"/>
              </a:spcBef>
              <a:spcAft>
                <a:spcPts val="0"/>
              </a:spcAft>
              <a:buClr>
                <a:schemeClr val="dk1"/>
              </a:buClr>
              <a:buSzPts val="1800"/>
              <a:buChar char="•"/>
              <a:defRPr/>
            </a:lvl7pPr>
            <a:lvl8pPr indent="-342900" lvl="7" marL="3657600" algn="l">
              <a:lnSpc>
                <a:spcPct val="90000"/>
              </a:lnSpc>
              <a:spcBef>
                <a:spcPts val="450"/>
              </a:spcBef>
              <a:spcAft>
                <a:spcPts val="0"/>
              </a:spcAft>
              <a:buClr>
                <a:schemeClr val="dk1"/>
              </a:buClr>
              <a:buSzPts val="1800"/>
              <a:buChar char="•"/>
              <a:defRPr/>
            </a:lvl8pPr>
            <a:lvl9pPr indent="-342900" lvl="8" marL="4114800" algn="l">
              <a:lnSpc>
                <a:spcPct val="90000"/>
              </a:lnSpc>
              <a:spcBef>
                <a:spcPts val="450"/>
              </a:spcBef>
              <a:spcAft>
                <a:spcPts val="0"/>
              </a:spcAft>
              <a:buClr>
                <a:schemeClr val="dk1"/>
              </a:buClr>
              <a:buSzPts val="18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p:cSld name="Two column">
    <p:spTree>
      <p:nvGrpSpPr>
        <p:cNvPr id="124" name="Shape 124"/>
        <p:cNvGrpSpPr/>
        <p:nvPr/>
      </p:nvGrpSpPr>
      <p:grpSpPr>
        <a:xfrm>
          <a:off x="0" y="0"/>
          <a:ext cx="0" cy="0"/>
          <a:chOff x="0" y="0"/>
          <a:chExt cx="0" cy="0"/>
        </a:xfrm>
      </p:grpSpPr>
      <p:sp>
        <p:nvSpPr>
          <p:cNvPr id="125" name="Google Shape;125;p20"/>
          <p:cNvSpPr/>
          <p:nvPr/>
        </p:nvSpPr>
        <p:spPr>
          <a:xfrm>
            <a:off x="5486400" y="-150"/>
            <a:ext cx="5486400" cy="6172200"/>
          </a:xfrm>
          <a:prstGeom prst="rect">
            <a:avLst/>
          </a:prstGeom>
          <a:solidFill>
            <a:schemeClr val="lt2"/>
          </a:solidFill>
          <a:ln>
            <a:noFill/>
          </a:ln>
        </p:spPr>
        <p:txBody>
          <a:bodyPr anchorCtr="0" anchor="ctr" bIns="98725" lIns="98725" spcFirstLastPara="1" rIns="98725" wrap="square" tIns="98725">
            <a:noAutofit/>
          </a:bodyPr>
          <a:lstStyle/>
          <a:p>
            <a:pPr indent="0" lvl="0" marL="0" marR="0" rtl="0" algn="l">
              <a:spcBef>
                <a:spcPts val="0"/>
              </a:spcBef>
              <a:spcAft>
                <a:spcPts val="0"/>
              </a:spcAft>
              <a:buClr>
                <a:schemeClr val="dk1"/>
              </a:buClr>
              <a:buSzPts val="1944"/>
              <a:buFont typeface="Calibri"/>
              <a:buNone/>
            </a:pPr>
            <a:r>
              <a:t/>
            </a:r>
            <a:endParaRPr sz="1944">
              <a:solidFill>
                <a:schemeClr val="dk1"/>
              </a:solidFill>
              <a:latin typeface="Calibri"/>
              <a:ea typeface="Calibri"/>
              <a:cs typeface="Calibri"/>
              <a:sym typeface="Calibri"/>
            </a:endParaRPr>
          </a:p>
        </p:txBody>
      </p:sp>
      <p:sp>
        <p:nvSpPr>
          <p:cNvPr id="126" name="Google Shape;126;p20"/>
          <p:cNvSpPr txBox="1"/>
          <p:nvPr>
            <p:ph type="title"/>
          </p:nvPr>
        </p:nvSpPr>
        <p:spPr>
          <a:xfrm>
            <a:off x="377310" y="1737902"/>
            <a:ext cx="4795560" cy="1083456"/>
          </a:xfrm>
          <a:prstGeom prst="rect">
            <a:avLst/>
          </a:prstGeom>
          <a:noFill/>
          <a:ln>
            <a:noFill/>
          </a:ln>
        </p:spPr>
        <p:txBody>
          <a:bodyPr anchorCtr="0" anchor="b" bIns="91425" lIns="91425" spcFirstLastPara="1" rIns="91425" wrap="square" tIns="91425">
            <a:normAutofit/>
          </a:bodyPr>
          <a:lstStyle>
            <a:lvl1pPr lvl="0" algn="l">
              <a:lnSpc>
                <a:spcPct val="90000"/>
              </a:lnSpc>
              <a:spcBef>
                <a:spcPts val="0"/>
              </a:spcBef>
              <a:spcAft>
                <a:spcPts val="0"/>
              </a:spcAft>
              <a:buClr>
                <a:schemeClr val="dk1"/>
              </a:buClr>
              <a:buSzPts val="3000"/>
              <a:buFont typeface="Arial"/>
              <a:buNone/>
              <a:defRPr sz="3240"/>
            </a:lvl1pPr>
            <a:lvl2pPr lvl="1">
              <a:spcBef>
                <a:spcPts val="0"/>
              </a:spcBef>
              <a:spcAft>
                <a:spcPts val="0"/>
              </a:spcAft>
              <a:buSzPts val="4200"/>
              <a:buNone/>
              <a:defRPr sz="4536"/>
            </a:lvl2pPr>
            <a:lvl3pPr lvl="2">
              <a:spcBef>
                <a:spcPts val="0"/>
              </a:spcBef>
              <a:spcAft>
                <a:spcPts val="0"/>
              </a:spcAft>
              <a:buSzPts val="4200"/>
              <a:buNone/>
              <a:defRPr sz="4536"/>
            </a:lvl3pPr>
            <a:lvl4pPr lvl="3">
              <a:spcBef>
                <a:spcPts val="0"/>
              </a:spcBef>
              <a:spcAft>
                <a:spcPts val="0"/>
              </a:spcAft>
              <a:buSzPts val="4200"/>
              <a:buNone/>
              <a:defRPr sz="4536"/>
            </a:lvl4pPr>
            <a:lvl5pPr lvl="4">
              <a:spcBef>
                <a:spcPts val="0"/>
              </a:spcBef>
              <a:spcAft>
                <a:spcPts val="0"/>
              </a:spcAft>
              <a:buSzPts val="4200"/>
              <a:buNone/>
              <a:defRPr sz="4536"/>
            </a:lvl5pPr>
            <a:lvl6pPr lvl="5">
              <a:spcBef>
                <a:spcPts val="0"/>
              </a:spcBef>
              <a:spcAft>
                <a:spcPts val="0"/>
              </a:spcAft>
              <a:buSzPts val="4200"/>
              <a:buNone/>
              <a:defRPr sz="4536"/>
            </a:lvl6pPr>
            <a:lvl7pPr lvl="6">
              <a:spcBef>
                <a:spcPts val="0"/>
              </a:spcBef>
              <a:spcAft>
                <a:spcPts val="0"/>
              </a:spcAft>
              <a:buSzPts val="4200"/>
              <a:buNone/>
              <a:defRPr sz="4536"/>
            </a:lvl7pPr>
            <a:lvl8pPr lvl="7">
              <a:spcBef>
                <a:spcPts val="0"/>
              </a:spcBef>
              <a:spcAft>
                <a:spcPts val="0"/>
              </a:spcAft>
              <a:buSzPts val="4200"/>
              <a:buNone/>
              <a:defRPr sz="4536"/>
            </a:lvl8pPr>
            <a:lvl9pPr lvl="8">
              <a:spcBef>
                <a:spcPts val="0"/>
              </a:spcBef>
              <a:spcAft>
                <a:spcPts val="0"/>
              </a:spcAft>
              <a:buSzPts val="4200"/>
              <a:buNone/>
              <a:defRPr sz="4536"/>
            </a:lvl9pPr>
          </a:lstStyle>
          <a:p/>
        </p:txBody>
      </p:sp>
      <p:sp>
        <p:nvSpPr>
          <p:cNvPr id="127" name="Google Shape;127;p20"/>
          <p:cNvSpPr txBox="1"/>
          <p:nvPr>
            <p:ph idx="1" type="subTitle"/>
          </p:nvPr>
        </p:nvSpPr>
        <p:spPr>
          <a:xfrm>
            <a:off x="377310" y="2902279"/>
            <a:ext cx="4795560" cy="1461564"/>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000"/>
              <a:buNone/>
              <a:defRPr sz="2160"/>
            </a:lvl1pPr>
            <a:lvl2pPr lvl="1" algn="l">
              <a:lnSpc>
                <a:spcPct val="100000"/>
              </a:lnSpc>
              <a:spcBef>
                <a:spcPts val="0"/>
              </a:spcBef>
              <a:spcAft>
                <a:spcPts val="0"/>
              </a:spcAft>
              <a:buSzPts val="2000"/>
              <a:buNone/>
              <a:defRPr sz="2160"/>
            </a:lvl2pPr>
            <a:lvl3pPr lvl="2" algn="l">
              <a:lnSpc>
                <a:spcPct val="100000"/>
              </a:lnSpc>
              <a:spcBef>
                <a:spcPts val="0"/>
              </a:spcBef>
              <a:spcAft>
                <a:spcPts val="0"/>
              </a:spcAft>
              <a:buSzPts val="2000"/>
              <a:buNone/>
              <a:defRPr sz="2160"/>
            </a:lvl3pPr>
            <a:lvl4pPr lvl="3" algn="l">
              <a:lnSpc>
                <a:spcPct val="100000"/>
              </a:lnSpc>
              <a:spcBef>
                <a:spcPts val="0"/>
              </a:spcBef>
              <a:spcAft>
                <a:spcPts val="0"/>
              </a:spcAft>
              <a:buSzPts val="2000"/>
              <a:buNone/>
              <a:defRPr sz="2160"/>
            </a:lvl4pPr>
            <a:lvl5pPr lvl="4" algn="l">
              <a:lnSpc>
                <a:spcPct val="100000"/>
              </a:lnSpc>
              <a:spcBef>
                <a:spcPts val="0"/>
              </a:spcBef>
              <a:spcAft>
                <a:spcPts val="0"/>
              </a:spcAft>
              <a:buSzPts val="2000"/>
              <a:buNone/>
              <a:defRPr sz="2160"/>
            </a:lvl5pPr>
            <a:lvl6pPr lvl="5" algn="l">
              <a:lnSpc>
                <a:spcPct val="100000"/>
              </a:lnSpc>
              <a:spcBef>
                <a:spcPts val="0"/>
              </a:spcBef>
              <a:spcAft>
                <a:spcPts val="0"/>
              </a:spcAft>
              <a:buClr>
                <a:schemeClr val="dk1"/>
              </a:buClr>
              <a:buSzPts val="2000"/>
              <a:buNone/>
              <a:defRPr sz="2160"/>
            </a:lvl6pPr>
            <a:lvl7pPr lvl="6" algn="l">
              <a:lnSpc>
                <a:spcPct val="100000"/>
              </a:lnSpc>
              <a:spcBef>
                <a:spcPts val="0"/>
              </a:spcBef>
              <a:spcAft>
                <a:spcPts val="0"/>
              </a:spcAft>
              <a:buClr>
                <a:schemeClr val="dk1"/>
              </a:buClr>
              <a:buSzPts val="2000"/>
              <a:buNone/>
              <a:defRPr sz="2160"/>
            </a:lvl7pPr>
            <a:lvl8pPr lvl="7" algn="l">
              <a:lnSpc>
                <a:spcPct val="100000"/>
              </a:lnSpc>
              <a:spcBef>
                <a:spcPts val="0"/>
              </a:spcBef>
              <a:spcAft>
                <a:spcPts val="0"/>
              </a:spcAft>
              <a:buClr>
                <a:schemeClr val="dk1"/>
              </a:buClr>
              <a:buSzPts val="2000"/>
              <a:buNone/>
              <a:defRPr sz="2160"/>
            </a:lvl8pPr>
            <a:lvl9pPr lvl="8" algn="l">
              <a:lnSpc>
                <a:spcPct val="100000"/>
              </a:lnSpc>
              <a:spcBef>
                <a:spcPts val="0"/>
              </a:spcBef>
              <a:spcAft>
                <a:spcPts val="0"/>
              </a:spcAft>
              <a:buClr>
                <a:schemeClr val="dk1"/>
              </a:buClr>
              <a:buSzPts val="2000"/>
              <a:buNone/>
              <a:defRPr sz="2160"/>
            </a:lvl9pPr>
          </a:lstStyle>
          <a:p/>
        </p:txBody>
      </p:sp>
      <p:sp>
        <p:nvSpPr>
          <p:cNvPr id="128" name="Google Shape;128;p20"/>
          <p:cNvSpPr txBox="1"/>
          <p:nvPr>
            <p:ph idx="2" type="body"/>
          </p:nvPr>
        </p:nvSpPr>
        <p:spPr>
          <a:xfrm>
            <a:off x="5927400" y="868891"/>
            <a:ext cx="4604400" cy="4434264"/>
          </a:xfrm>
          <a:prstGeom prst="rect">
            <a:avLst/>
          </a:prstGeom>
          <a:noFill/>
          <a:ln>
            <a:noFill/>
          </a:ln>
        </p:spPr>
        <p:txBody>
          <a:bodyPr anchorCtr="0" anchor="ctr" bIns="91425" lIns="91425" spcFirstLastPara="1" rIns="91425" wrap="square" tIns="91425">
            <a:normAutofit/>
          </a:bodyPr>
          <a:lstStyle>
            <a:lvl1pPr indent="-342900" lvl="0" marL="457200" algn="l">
              <a:lnSpc>
                <a:spcPct val="90000"/>
              </a:lnSpc>
              <a:spcBef>
                <a:spcPts val="0"/>
              </a:spcBef>
              <a:spcAft>
                <a:spcPts val="0"/>
              </a:spcAft>
              <a:buSzPts val="1800"/>
              <a:buChar char="●"/>
              <a:defRPr/>
            </a:lvl1pPr>
            <a:lvl2pPr indent="-317500" lvl="1" marL="914400" algn="l">
              <a:lnSpc>
                <a:spcPct val="90000"/>
              </a:lnSpc>
              <a:spcBef>
                <a:spcPts val="0"/>
              </a:spcBef>
              <a:spcAft>
                <a:spcPts val="0"/>
              </a:spcAft>
              <a:buSzPts val="1400"/>
              <a:buChar char="○"/>
              <a:defRPr/>
            </a:lvl2pPr>
            <a:lvl3pPr indent="-317500" lvl="2" marL="1371600" algn="l">
              <a:lnSpc>
                <a:spcPct val="90000"/>
              </a:lnSpc>
              <a:spcBef>
                <a:spcPts val="0"/>
              </a:spcBef>
              <a:spcAft>
                <a:spcPts val="0"/>
              </a:spcAft>
              <a:buSzPts val="1400"/>
              <a:buChar char="■"/>
              <a:defRPr/>
            </a:lvl3pPr>
            <a:lvl4pPr indent="-317500" lvl="3" marL="1828800" algn="l">
              <a:lnSpc>
                <a:spcPct val="90000"/>
              </a:lnSpc>
              <a:spcBef>
                <a:spcPts val="0"/>
              </a:spcBef>
              <a:spcAft>
                <a:spcPts val="0"/>
              </a:spcAft>
              <a:buSzPts val="1400"/>
              <a:buChar char="●"/>
              <a:defRPr/>
            </a:lvl4pPr>
            <a:lvl5pPr indent="-317500" lvl="4" marL="2286000" algn="l">
              <a:lnSpc>
                <a:spcPct val="90000"/>
              </a:lnSpc>
              <a:spcBef>
                <a:spcPts val="0"/>
              </a:spcBef>
              <a:spcAft>
                <a:spcPts val="0"/>
              </a:spcAft>
              <a:buSzPts val="1400"/>
              <a:buChar char="○"/>
              <a:defRPr/>
            </a:lvl5pPr>
            <a:lvl6pPr indent="-317500" lvl="5" marL="2743200" algn="l">
              <a:lnSpc>
                <a:spcPct val="90000"/>
              </a:lnSpc>
              <a:spcBef>
                <a:spcPts val="0"/>
              </a:spcBef>
              <a:spcAft>
                <a:spcPts val="0"/>
              </a:spcAft>
              <a:buClr>
                <a:schemeClr val="dk1"/>
              </a:buClr>
              <a:buSzPts val="1400"/>
              <a:buChar char="■"/>
              <a:defRPr/>
            </a:lvl6pPr>
            <a:lvl7pPr indent="-317500" lvl="6" marL="3200400" algn="l">
              <a:lnSpc>
                <a:spcPct val="90000"/>
              </a:lnSpc>
              <a:spcBef>
                <a:spcPts val="0"/>
              </a:spcBef>
              <a:spcAft>
                <a:spcPts val="0"/>
              </a:spcAft>
              <a:buClr>
                <a:schemeClr val="dk1"/>
              </a:buClr>
              <a:buSzPts val="1400"/>
              <a:buChar char="●"/>
              <a:defRPr/>
            </a:lvl7pPr>
            <a:lvl8pPr indent="-317500" lvl="7" marL="3657600" algn="l">
              <a:lnSpc>
                <a:spcPct val="90000"/>
              </a:lnSpc>
              <a:spcBef>
                <a:spcPts val="0"/>
              </a:spcBef>
              <a:spcAft>
                <a:spcPts val="0"/>
              </a:spcAft>
              <a:buClr>
                <a:schemeClr val="dk1"/>
              </a:buClr>
              <a:buSzPts val="1400"/>
              <a:buChar char="○"/>
              <a:defRPr/>
            </a:lvl8pPr>
            <a:lvl9pPr indent="-317500" lvl="8" marL="4114800" algn="l">
              <a:lnSpc>
                <a:spcPct val="90000"/>
              </a:lnSpc>
              <a:spcBef>
                <a:spcPts val="0"/>
              </a:spcBef>
              <a:spcAft>
                <a:spcPts val="0"/>
              </a:spcAft>
              <a:buClr>
                <a:schemeClr val="dk1"/>
              </a:buClr>
              <a:buSzPts val="1400"/>
              <a:buChar char="■"/>
              <a:defRPr/>
            </a:lvl9pPr>
          </a:lstStyle>
          <a:p/>
        </p:txBody>
      </p:sp>
      <p:sp>
        <p:nvSpPr>
          <p:cNvPr id="129" name="Google Shape;129;p20"/>
          <p:cNvSpPr txBox="1"/>
          <p:nvPr>
            <p:ph idx="12" type="sldNum"/>
          </p:nvPr>
        </p:nvSpPr>
        <p:spPr>
          <a:xfrm>
            <a:off x="10166950" y="5595860"/>
            <a:ext cx="658440" cy="472392"/>
          </a:xfrm>
          <a:prstGeom prst="rect">
            <a:avLst/>
          </a:prstGeom>
          <a:noFill/>
          <a:ln>
            <a:noFill/>
          </a:ln>
        </p:spPr>
        <p:txBody>
          <a:bodyPr anchorCtr="0" anchor="ctr" bIns="91425" lIns="91425" spcFirstLastPara="1" rIns="91425" wrap="square" tIns="91425">
            <a:normAutofit/>
          </a:bodyPr>
          <a:lstStyle>
            <a:lvl1pPr indent="0" lvl="0" marL="0" marR="0" rtl="0" algn="r">
              <a:buClr>
                <a:schemeClr val="dk1"/>
              </a:buClr>
              <a:buSzPts val="2160"/>
              <a:buFont typeface="Calibri"/>
              <a:buNone/>
              <a:defRPr sz="2160">
                <a:solidFill>
                  <a:schemeClr val="dk1"/>
                </a:solidFill>
                <a:latin typeface="Calibri"/>
                <a:ea typeface="Calibri"/>
                <a:cs typeface="Calibri"/>
                <a:sym typeface="Calibri"/>
              </a:defRPr>
            </a:lvl1pPr>
            <a:lvl2pPr indent="0" lvl="1" marL="0" marR="0" rtl="0" algn="r">
              <a:buClr>
                <a:schemeClr val="dk1"/>
              </a:buClr>
              <a:buSzPts val="2160"/>
              <a:buFont typeface="Calibri"/>
              <a:buNone/>
              <a:defRPr sz="2160">
                <a:solidFill>
                  <a:schemeClr val="dk1"/>
                </a:solidFill>
                <a:latin typeface="Calibri"/>
                <a:ea typeface="Calibri"/>
                <a:cs typeface="Calibri"/>
                <a:sym typeface="Calibri"/>
              </a:defRPr>
            </a:lvl2pPr>
            <a:lvl3pPr indent="0" lvl="2" marL="0" marR="0" rtl="0" algn="r">
              <a:buClr>
                <a:schemeClr val="dk1"/>
              </a:buClr>
              <a:buSzPts val="2160"/>
              <a:buFont typeface="Calibri"/>
              <a:buNone/>
              <a:defRPr sz="2160">
                <a:solidFill>
                  <a:schemeClr val="dk1"/>
                </a:solidFill>
                <a:latin typeface="Calibri"/>
                <a:ea typeface="Calibri"/>
                <a:cs typeface="Calibri"/>
                <a:sym typeface="Calibri"/>
              </a:defRPr>
            </a:lvl3pPr>
            <a:lvl4pPr indent="0" lvl="3" marL="0" marR="0" rtl="0" algn="r">
              <a:buClr>
                <a:schemeClr val="dk1"/>
              </a:buClr>
              <a:buSzPts val="2160"/>
              <a:buFont typeface="Calibri"/>
              <a:buNone/>
              <a:defRPr sz="2160">
                <a:solidFill>
                  <a:schemeClr val="dk1"/>
                </a:solidFill>
                <a:latin typeface="Calibri"/>
                <a:ea typeface="Calibri"/>
                <a:cs typeface="Calibri"/>
                <a:sym typeface="Calibri"/>
              </a:defRPr>
            </a:lvl4pPr>
            <a:lvl5pPr indent="0" lvl="4" marL="0" marR="0" rtl="0" algn="r">
              <a:buClr>
                <a:schemeClr val="dk1"/>
              </a:buClr>
              <a:buSzPts val="2160"/>
              <a:buFont typeface="Calibri"/>
              <a:buNone/>
              <a:defRPr sz="2160">
                <a:solidFill>
                  <a:schemeClr val="dk1"/>
                </a:solidFill>
                <a:latin typeface="Calibri"/>
                <a:ea typeface="Calibri"/>
                <a:cs typeface="Calibri"/>
                <a:sym typeface="Calibri"/>
              </a:defRPr>
            </a:lvl5pPr>
            <a:lvl6pPr indent="0" lvl="5" marL="0" marR="0" rtl="0" algn="r">
              <a:buClr>
                <a:schemeClr val="dk1"/>
              </a:buClr>
              <a:buSzPts val="2160"/>
              <a:buFont typeface="Calibri"/>
              <a:buNone/>
              <a:defRPr sz="2160">
                <a:solidFill>
                  <a:schemeClr val="dk1"/>
                </a:solidFill>
                <a:latin typeface="Calibri"/>
                <a:ea typeface="Calibri"/>
                <a:cs typeface="Calibri"/>
                <a:sym typeface="Calibri"/>
              </a:defRPr>
            </a:lvl6pPr>
            <a:lvl7pPr indent="0" lvl="6" marL="0" marR="0" rtl="0" algn="r">
              <a:buClr>
                <a:schemeClr val="dk1"/>
              </a:buClr>
              <a:buSzPts val="2160"/>
              <a:buFont typeface="Calibri"/>
              <a:buNone/>
              <a:defRPr sz="2160">
                <a:solidFill>
                  <a:schemeClr val="dk1"/>
                </a:solidFill>
                <a:latin typeface="Calibri"/>
                <a:ea typeface="Calibri"/>
                <a:cs typeface="Calibri"/>
                <a:sym typeface="Calibri"/>
              </a:defRPr>
            </a:lvl7pPr>
            <a:lvl8pPr indent="0" lvl="7" marL="0" marR="0" rtl="0" algn="r">
              <a:buClr>
                <a:schemeClr val="dk1"/>
              </a:buClr>
              <a:buSzPts val="2160"/>
              <a:buFont typeface="Calibri"/>
              <a:buNone/>
              <a:defRPr sz="2160">
                <a:solidFill>
                  <a:schemeClr val="dk1"/>
                </a:solidFill>
                <a:latin typeface="Calibri"/>
                <a:ea typeface="Calibri"/>
                <a:cs typeface="Calibri"/>
                <a:sym typeface="Calibri"/>
              </a:defRPr>
            </a:lvl8pPr>
            <a:lvl9pPr indent="0" lvl="8" marL="0" marR="0" rtl="0" algn="r">
              <a:buClr>
                <a:schemeClr val="dk1"/>
              </a:buClr>
              <a:buSzPts val="2160"/>
              <a:buFont typeface="Calibri"/>
              <a:buNone/>
              <a:defRPr sz="2160">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30" name="Google Shape;130;p20"/>
          <p:cNvSpPr txBox="1"/>
          <p:nvPr>
            <p:ph idx="3" type="subTitle"/>
          </p:nvPr>
        </p:nvSpPr>
        <p:spPr>
          <a:xfrm>
            <a:off x="377310" y="1381131"/>
            <a:ext cx="4716360" cy="245916"/>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5"/>
              </a:buClr>
              <a:buSzPts val="1200"/>
              <a:buNone/>
              <a:defRPr b="1" sz="1296">
                <a:solidFill>
                  <a:schemeClr val="accent5"/>
                </a:solidFill>
              </a:defRPr>
            </a:lvl1pPr>
            <a:lvl2pPr lvl="1" algn="l">
              <a:lnSpc>
                <a:spcPct val="100000"/>
              </a:lnSpc>
              <a:spcBef>
                <a:spcPts val="0"/>
              </a:spcBef>
              <a:spcAft>
                <a:spcPts val="0"/>
              </a:spcAft>
              <a:buClr>
                <a:schemeClr val="accent5"/>
              </a:buClr>
              <a:buSzPts val="1200"/>
              <a:buNone/>
              <a:defRPr b="1" sz="1296">
                <a:solidFill>
                  <a:schemeClr val="accent5"/>
                </a:solidFill>
              </a:defRPr>
            </a:lvl2pPr>
            <a:lvl3pPr lvl="2" algn="l">
              <a:lnSpc>
                <a:spcPct val="100000"/>
              </a:lnSpc>
              <a:spcBef>
                <a:spcPts val="0"/>
              </a:spcBef>
              <a:spcAft>
                <a:spcPts val="0"/>
              </a:spcAft>
              <a:buClr>
                <a:schemeClr val="accent5"/>
              </a:buClr>
              <a:buSzPts val="1200"/>
              <a:buNone/>
              <a:defRPr b="1" sz="1296">
                <a:solidFill>
                  <a:schemeClr val="accent5"/>
                </a:solidFill>
              </a:defRPr>
            </a:lvl3pPr>
            <a:lvl4pPr lvl="3" algn="l">
              <a:lnSpc>
                <a:spcPct val="100000"/>
              </a:lnSpc>
              <a:spcBef>
                <a:spcPts val="0"/>
              </a:spcBef>
              <a:spcAft>
                <a:spcPts val="0"/>
              </a:spcAft>
              <a:buClr>
                <a:schemeClr val="accent5"/>
              </a:buClr>
              <a:buSzPts val="1200"/>
              <a:buNone/>
              <a:defRPr b="1" sz="1296">
                <a:solidFill>
                  <a:schemeClr val="accent5"/>
                </a:solidFill>
              </a:defRPr>
            </a:lvl4pPr>
            <a:lvl5pPr lvl="4" algn="l">
              <a:lnSpc>
                <a:spcPct val="100000"/>
              </a:lnSpc>
              <a:spcBef>
                <a:spcPts val="0"/>
              </a:spcBef>
              <a:spcAft>
                <a:spcPts val="0"/>
              </a:spcAft>
              <a:buClr>
                <a:schemeClr val="accent5"/>
              </a:buClr>
              <a:buSzPts val="1200"/>
              <a:buNone/>
              <a:defRPr b="1" sz="1296">
                <a:solidFill>
                  <a:schemeClr val="accent5"/>
                </a:solidFill>
              </a:defRPr>
            </a:lvl5pPr>
            <a:lvl6pPr lvl="5" algn="l">
              <a:lnSpc>
                <a:spcPct val="100000"/>
              </a:lnSpc>
              <a:spcBef>
                <a:spcPts val="0"/>
              </a:spcBef>
              <a:spcAft>
                <a:spcPts val="0"/>
              </a:spcAft>
              <a:buClr>
                <a:schemeClr val="accent5"/>
              </a:buClr>
              <a:buSzPts val="1200"/>
              <a:buNone/>
              <a:defRPr b="1" sz="1296">
                <a:solidFill>
                  <a:schemeClr val="accent5"/>
                </a:solidFill>
              </a:defRPr>
            </a:lvl6pPr>
            <a:lvl7pPr lvl="6" algn="l">
              <a:lnSpc>
                <a:spcPct val="100000"/>
              </a:lnSpc>
              <a:spcBef>
                <a:spcPts val="0"/>
              </a:spcBef>
              <a:spcAft>
                <a:spcPts val="0"/>
              </a:spcAft>
              <a:buClr>
                <a:schemeClr val="accent5"/>
              </a:buClr>
              <a:buSzPts val="1200"/>
              <a:buNone/>
              <a:defRPr b="1" sz="1296">
                <a:solidFill>
                  <a:schemeClr val="accent5"/>
                </a:solidFill>
              </a:defRPr>
            </a:lvl7pPr>
            <a:lvl8pPr lvl="7" algn="l">
              <a:lnSpc>
                <a:spcPct val="100000"/>
              </a:lnSpc>
              <a:spcBef>
                <a:spcPts val="0"/>
              </a:spcBef>
              <a:spcAft>
                <a:spcPts val="0"/>
              </a:spcAft>
              <a:buClr>
                <a:schemeClr val="accent5"/>
              </a:buClr>
              <a:buSzPts val="1200"/>
              <a:buNone/>
              <a:defRPr b="1" sz="1296">
                <a:solidFill>
                  <a:schemeClr val="accent5"/>
                </a:solidFill>
              </a:defRPr>
            </a:lvl8pPr>
            <a:lvl9pPr lvl="8" algn="l">
              <a:lnSpc>
                <a:spcPct val="100000"/>
              </a:lnSpc>
              <a:spcBef>
                <a:spcPts val="0"/>
              </a:spcBef>
              <a:spcAft>
                <a:spcPts val="0"/>
              </a:spcAft>
              <a:buClr>
                <a:schemeClr val="accent5"/>
              </a:buClr>
              <a:buSzPts val="1200"/>
              <a:buNone/>
              <a:defRPr b="1" sz="1296">
                <a:solidFill>
                  <a:schemeClr val="accent5"/>
                </a:solidFill>
              </a:defRPr>
            </a:lvl9pPr>
          </a:lstStyle>
          <a:p/>
        </p:txBody>
      </p:sp>
      <p:sp>
        <p:nvSpPr>
          <p:cNvPr id="131" name="Google Shape;131;p20"/>
          <p:cNvSpPr txBox="1"/>
          <p:nvPr>
            <p:ph idx="4" type="subTitle"/>
          </p:nvPr>
        </p:nvSpPr>
        <p:spPr>
          <a:xfrm>
            <a:off x="2503470" y="5125599"/>
            <a:ext cx="2589120" cy="544968"/>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accent5"/>
              </a:buClr>
              <a:buSzPts val="1600"/>
              <a:buNone/>
              <a:defRPr sz="1728">
                <a:solidFill>
                  <a:schemeClr val="accent5"/>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Clr>
                <a:schemeClr val="dk1"/>
              </a:buClr>
              <a:buSzPts val="1400"/>
              <a:buNone/>
              <a:defRPr/>
            </a:lvl6pPr>
            <a:lvl7pPr lvl="6" algn="l">
              <a:lnSpc>
                <a:spcPct val="90000"/>
              </a:lnSpc>
              <a:spcBef>
                <a:spcPts val="0"/>
              </a:spcBef>
              <a:spcAft>
                <a:spcPts val="0"/>
              </a:spcAft>
              <a:buClr>
                <a:schemeClr val="dk1"/>
              </a:buClr>
              <a:buSzPts val="1400"/>
              <a:buNone/>
              <a:defRPr/>
            </a:lvl7pPr>
            <a:lvl8pPr lvl="7" algn="l">
              <a:lnSpc>
                <a:spcPct val="90000"/>
              </a:lnSpc>
              <a:spcBef>
                <a:spcPts val="0"/>
              </a:spcBef>
              <a:spcAft>
                <a:spcPts val="0"/>
              </a:spcAft>
              <a:buClr>
                <a:schemeClr val="dk1"/>
              </a:buClr>
              <a:buSzPts val="1400"/>
              <a:buNone/>
              <a:defRPr/>
            </a:lvl8pPr>
            <a:lvl9pPr lvl="8" algn="l">
              <a:lnSpc>
                <a:spcPct val="90000"/>
              </a:lnSpc>
              <a:spcBef>
                <a:spcPts val="0"/>
              </a:spcBef>
              <a:spcAft>
                <a:spcPts val="0"/>
              </a:spcAft>
              <a:buClr>
                <a:schemeClr val="dk1"/>
              </a:buClr>
              <a:buSzPts val="1400"/>
              <a:buNone/>
              <a:defRPr/>
            </a:lvl9pPr>
          </a:lstStyle>
          <a:p/>
        </p:txBody>
      </p:sp>
      <p:sp>
        <p:nvSpPr>
          <p:cNvPr id="132" name="Google Shape;132;p20"/>
          <p:cNvSpPr txBox="1"/>
          <p:nvPr>
            <p:ph idx="5" type="title"/>
          </p:nvPr>
        </p:nvSpPr>
        <p:spPr>
          <a:xfrm>
            <a:off x="377310" y="4975911"/>
            <a:ext cx="2126160" cy="842829"/>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Clr>
                <a:schemeClr val="accent1"/>
              </a:buClr>
              <a:buSzPts val="4400"/>
              <a:buFont typeface="Arial"/>
              <a:buNone/>
              <a:defRPr b="0" sz="4752">
                <a:solidFill>
                  <a:schemeClr val="accen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Logo" type="obj">
  <p:cSld name="OBJECT">
    <p:spTree>
      <p:nvGrpSpPr>
        <p:cNvPr id="136" name="Shape 136"/>
        <p:cNvGrpSpPr/>
        <p:nvPr/>
      </p:nvGrpSpPr>
      <p:grpSpPr>
        <a:xfrm>
          <a:off x="0" y="0"/>
          <a:ext cx="0" cy="0"/>
          <a:chOff x="0" y="0"/>
          <a:chExt cx="0" cy="0"/>
        </a:xfrm>
      </p:grpSpPr>
      <p:sp>
        <p:nvSpPr>
          <p:cNvPr id="137" name="Google Shape;137;p22"/>
          <p:cNvSpPr txBox="1"/>
          <p:nvPr>
            <p:ph type="title"/>
          </p:nvPr>
        </p:nvSpPr>
        <p:spPr>
          <a:xfrm>
            <a:off x="514350" y="514350"/>
            <a:ext cx="9944100" cy="1007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38" name="Google Shape;138;p22"/>
          <p:cNvSpPr txBox="1"/>
          <p:nvPr>
            <p:ph idx="1" type="body"/>
          </p:nvPr>
        </p:nvSpPr>
        <p:spPr>
          <a:xfrm>
            <a:off x="514350" y="1643062"/>
            <a:ext cx="9944100" cy="40149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900"/>
              </a:spcBef>
              <a:spcAft>
                <a:spcPts val="0"/>
              </a:spcAft>
              <a:buSzPts val="1800"/>
              <a:buChar char="•"/>
              <a:defRPr/>
            </a:lvl1pPr>
            <a:lvl2pPr indent="-342900" lvl="1" marL="914400" rtl="0" algn="l">
              <a:lnSpc>
                <a:spcPct val="90000"/>
              </a:lnSpc>
              <a:spcBef>
                <a:spcPts val="450"/>
              </a:spcBef>
              <a:spcAft>
                <a:spcPts val="0"/>
              </a:spcAft>
              <a:buSzPts val="1800"/>
              <a:buChar char="•"/>
              <a:defRPr/>
            </a:lvl2pPr>
            <a:lvl3pPr indent="-342900" lvl="2" marL="1371600" rtl="0" algn="l">
              <a:lnSpc>
                <a:spcPct val="90000"/>
              </a:lnSpc>
              <a:spcBef>
                <a:spcPts val="450"/>
              </a:spcBef>
              <a:spcAft>
                <a:spcPts val="0"/>
              </a:spcAft>
              <a:buSzPts val="1800"/>
              <a:buChar char="•"/>
              <a:defRPr/>
            </a:lvl3pPr>
            <a:lvl4pPr indent="-342900" lvl="3" marL="1828800" rtl="0" algn="l">
              <a:lnSpc>
                <a:spcPct val="90000"/>
              </a:lnSpc>
              <a:spcBef>
                <a:spcPts val="450"/>
              </a:spcBef>
              <a:spcAft>
                <a:spcPts val="0"/>
              </a:spcAft>
              <a:buSzPts val="1800"/>
              <a:buChar char="•"/>
              <a:defRPr/>
            </a:lvl4pPr>
            <a:lvl5pPr indent="-342900" lvl="4" marL="2286000" rtl="0" algn="l">
              <a:lnSpc>
                <a:spcPct val="90000"/>
              </a:lnSpc>
              <a:spcBef>
                <a:spcPts val="450"/>
              </a:spcBef>
              <a:spcAft>
                <a:spcPts val="0"/>
              </a:spcAft>
              <a:buSzPts val="1800"/>
              <a:buChar char="•"/>
              <a:defRPr/>
            </a:lvl5pPr>
            <a:lvl6pPr indent="-342900" lvl="5" marL="2743200" rtl="0" algn="l">
              <a:lnSpc>
                <a:spcPct val="90000"/>
              </a:lnSpc>
              <a:spcBef>
                <a:spcPts val="450"/>
              </a:spcBef>
              <a:spcAft>
                <a:spcPts val="0"/>
              </a:spcAft>
              <a:buClr>
                <a:schemeClr val="dk1"/>
              </a:buClr>
              <a:buSzPts val="1800"/>
              <a:buChar char="•"/>
              <a:defRPr/>
            </a:lvl6pPr>
            <a:lvl7pPr indent="-342900" lvl="6" marL="3200400" rtl="0" algn="l">
              <a:lnSpc>
                <a:spcPct val="90000"/>
              </a:lnSpc>
              <a:spcBef>
                <a:spcPts val="450"/>
              </a:spcBef>
              <a:spcAft>
                <a:spcPts val="0"/>
              </a:spcAft>
              <a:buClr>
                <a:schemeClr val="dk1"/>
              </a:buClr>
              <a:buSzPts val="1800"/>
              <a:buChar char="•"/>
              <a:defRPr/>
            </a:lvl7pPr>
            <a:lvl8pPr indent="-342900" lvl="7" marL="3657600" rtl="0" algn="l">
              <a:lnSpc>
                <a:spcPct val="90000"/>
              </a:lnSpc>
              <a:spcBef>
                <a:spcPts val="450"/>
              </a:spcBef>
              <a:spcAft>
                <a:spcPts val="0"/>
              </a:spcAft>
              <a:buClr>
                <a:schemeClr val="dk1"/>
              </a:buClr>
              <a:buSzPts val="1800"/>
              <a:buChar char="•"/>
              <a:defRPr/>
            </a:lvl8pPr>
            <a:lvl9pPr indent="-342900" lvl="8" marL="4114800" rtl="0" algn="l">
              <a:lnSpc>
                <a:spcPct val="90000"/>
              </a:lnSpc>
              <a:spcBef>
                <a:spcPts val="450"/>
              </a:spcBef>
              <a:spcAft>
                <a:spcPts val="0"/>
              </a:spcAft>
              <a:buClr>
                <a:schemeClr val="dk1"/>
              </a:buClr>
              <a:buSzPts val="1800"/>
              <a:buChar char="•"/>
              <a:defRPr/>
            </a:lvl9pPr>
          </a:lstStyle>
          <a:p/>
        </p:txBody>
      </p:sp>
      <p:pic>
        <p:nvPicPr>
          <p:cNvPr id="139" name="Google Shape;139;p22"/>
          <p:cNvPicPr preferRelativeResize="0"/>
          <p:nvPr/>
        </p:nvPicPr>
        <p:blipFill rotWithShape="1">
          <a:blip r:embed="rId2">
            <a:alphaModFix/>
          </a:blip>
          <a:srcRect b="0" l="0" r="0" t="0"/>
          <a:stretch/>
        </p:blipFill>
        <p:spPr>
          <a:xfrm>
            <a:off x="514351" y="5398170"/>
            <a:ext cx="567015" cy="486851"/>
          </a:xfrm>
          <a:prstGeom prst="rect">
            <a:avLst/>
          </a:prstGeom>
          <a:noFill/>
          <a:ln>
            <a:noFill/>
          </a:ln>
        </p:spPr>
      </p:pic>
      <p:sp>
        <p:nvSpPr>
          <p:cNvPr id="140" name="Google Shape;140;p22"/>
          <p:cNvSpPr txBox="1"/>
          <p:nvPr/>
        </p:nvSpPr>
        <p:spPr>
          <a:xfrm>
            <a:off x="7989570" y="5720715"/>
            <a:ext cx="2469000" cy="328500"/>
          </a:xfrm>
          <a:prstGeom prst="rect">
            <a:avLst/>
          </a:prstGeom>
          <a:noFill/>
          <a:ln>
            <a:noFill/>
          </a:ln>
        </p:spPr>
        <p:txBody>
          <a:bodyPr anchorCtr="0" anchor="ctr" bIns="41125" lIns="82275" spcFirstLastPara="1" rIns="82275" wrap="square" tIns="41125">
            <a:noAutofit/>
          </a:bodyPr>
          <a:lstStyle/>
          <a:p>
            <a:pPr indent="0" lvl="0" marL="0" marR="0" rtl="0" algn="r">
              <a:spcBef>
                <a:spcPts val="0"/>
              </a:spcBef>
              <a:spcAft>
                <a:spcPts val="0"/>
              </a:spcAft>
              <a:buNone/>
            </a:pPr>
            <a:fld id="{00000000-1234-1234-1234-123412341234}" type="slidenum">
              <a:rPr b="1" i="0" lang="en-US" sz="900" u="none" cap="none" strike="noStrike">
                <a:solidFill>
                  <a:schemeClr val="lt1"/>
                </a:solidFill>
                <a:latin typeface="Arial"/>
                <a:ea typeface="Arial"/>
                <a:cs typeface="Arial"/>
                <a:sym typeface="Arial"/>
              </a:rPr>
              <a:t>‹#›</a:t>
            </a:fld>
            <a:endParaRPr b="1" i="0" sz="900" u="none" cap="none" strike="noStrike">
              <a:solidFill>
                <a:schemeClr val="lt1"/>
              </a:solidFill>
              <a:latin typeface="Arial"/>
              <a:ea typeface="Arial"/>
              <a:cs typeface="Arial"/>
              <a:sym typeface="Arial"/>
            </a:endParaRPr>
          </a:p>
        </p:txBody>
      </p:sp>
    </p:spTree>
  </p:cSld>
  <p:clrMapOvr>
    <a:masterClrMapping/>
  </p:clrMapOvr>
  <p:extLst>
    <p:ext uri="{DCECCB84-F9BA-43D5-87BE-67443E8EF086}">
      <p15:sldGuideLst>
        <p15:guide id="1" pos="360">
          <p15:clr>
            <a:srgbClr val="FBAE40"/>
          </p15:clr>
        </p15:guide>
        <p15:guide id="2" pos="7320">
          <p15:clr>
            <a:srgbClr val="FBAE40"/>
          </p15:clr>
        </p15:guide>
        <p15:guide id="3" orient="horz" pos="360">
          <p15:clr>
            <a:srgbClr val="FBAE40"/>
          </p15:clr>
        </p15:guide>
        <p15:guide id="4" orient="horz" pos="39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Logo" type="titleOnly">
  <p:cSld name="TITLE_ONLY">
    <p:spTree>
      <p:nvGrpSpPr>
        <p:cNvPr id="141" name="Shape 141"/>
        <p:cNvGrpSpPr/>
        <p:nvPr/>
      </p:nvGrpSpPr>
      <p:grpSpPr>
        <a:xfrm>
          <a:off x="0" y="0"/>
          <a:ext cx="0" cy="0"/>
          <a:chOff x="0" y="0"/>
          <a:chExt cx="0" cy="0"/>
        </a:xfrm>
      </p:grpSpPr>
      <p:sp>
        <p:nvSpPr>
          <p:cNvPr id="142" name="Google Shape;142;p23"/>
          <p:cNvSpPr txBox="1"/>
          <p:nvPr>
            <p:ph type="title"/>
          </p:nvPr>
        </p:nvSpPr>
        <p:spPr>
          <a:xfrm>
            <a:off x="514350" y="514350"/>
            <a:ext cx="9944100" cy="1007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43" name="Google Shape;143;p23"/>
          <p:cNvPicPr preferRelativeResize="0"/>
          <p:nvPr/>
        </p:nvPicPr>
        <p:blipFill rotWithShape="1">
          <a:blip r:embed="rId2">
            <a:alphaModFix/>
          </a:blip>
          <a:srcRect b="0" l="0" r="0" t="0"/>
          <a:stretch/>
        </p:blipFill>
        <p:spPr>
          <a:xfrm>
            <a:off x="514351" y="5398170"/>
            <a:ext cx="567015" cy="486851"/>
          </a:xfrm>
          <a:prstGeom prst="rect">
            <a:avLst/>
          </a:prstGeom>
          <a:noFill/>
          <a:ln>
            <a:noFill/>
          </a:ln>
        </p:spPr>
      </p:pic>
      <p:sp>
        <p:nvSpPr>
          <p:cNvPr id="144" name="Google Shape;144;p23"/>
          <p:cNvSpPr txBox="1"/>
          <p:nvPr/>
        </p:nvSpPr>
        <p:spPr>
          <a:xfrm>
            <a:off x="7989570" y="5720715"/>
            <a:ext cx="2469000" cy="328500"/>
          </a:xfrm>
          <a:prstGeom prst="rect">
            <a:avLst/>
          </a:prstGeom>
          <a:noFill/>
          <a:ln>
            <a:noFill/>
          </a:ln>
        </p:spPr>
        <p:txBody>
          <a:bodyPr anchorCtr="0" anchor="ctr" bIns="41125" lIns="82275" spcFirstLastPara="1" rIns="82275" wrap="square" tIns="41125">
            <a:noAutofit/>
          </a:bodyPr>
          <a:lstStyle/>
          <a:p>
            <a:pPr indent="0" lvl="0" marL="0" marR="0" rtl="0" algn="r">
              <a:spcBef>
                <a:spcPts val="0"/>
              </a:spcBef>
              <a:spcAft>
                <a:spcPts val="0"/>
              </a:spcAft>
              <a:buNone/>
            </a:pPr>
            <a:fld id="{00000000-1234-1234-1234-123412341234}" type="slidenum">
              <a:rPr b="1" i="0" lang="en-US" sz="900">
                <a:solidFill>
                  <a:schemeClr val="lt1"/>
                </a:solidFill>
                <a:latin typeface="Arial"/>
                <a:ea typeface="Arial"/>
                <a:cs typeface="Arial"/>
                <a:sym typeface="Arial"/>
              </a:rPr>
              <a:t>‹#›</a:t>
            </a:fld>
            <a:endParaRPr b="1" i="0" sz="900">
              <a:solidFill>
                <a:schemeClr val="lt1"/>
              </a:solidFill>
              <a:latin typeface="Arial"/>
              <a:ea typeface="Arial"/>
              <a:cs typeface="Arial"/>
              <a:sym typeface="Arial"/>
            </a:endParaRPr>
          </a:p>
        </p:txBody>
      </p:sp>
    </p:spTree>
  </p:cSld>
  <p:clrMapOvr>
    <a:masterClrMapping/>
  </p:clrMapOvr>
  <p:extLst>
    <p:ext uri="{DCECCB84-F9BA-43D5-87BE-67443E8EF086}">
      <p15:sldGuideLst>
        <p15:guide id="1" orient="horz" pos="360">
          <p15:clr>
            <a:srgbClr val="FBAE40"/>
          </p15:clr>
        </p15:guide>
        <p15:guide id="2" orient="horz" pos="3960">
          <p15:clr>
            <a:srgbClr val="FBAE40"/>
          </p15:clr>
        </p15:guide>
        <p15:guide id="3" pos="360">
          <p15:clr>
            <a:srgbClr val="FBAE40"/>
          </p15:clr>
        </p15:guide>
        <p15:guide id="4" pos="732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45" name="Shape 145"/>
        <p:cNvGrpSpPr/>
        <p:nvPr/>
      </p:nvGrpSpPr>
      <p:grpSpPr>
        <a:xfrm>
          <a:off x="0" y="0"/>
          <a:ext cx="0" cy="0"/>
          <a:chOff x="0" y="0"/>
          <a:chExt cx="0" cy="0"/>
        </a:xfrm>
      </p:grpSpPr>
      <p:sp>
        <p:nvSpPr>
          <p:cNvPr id="146" name="Google Shape;146;p24"/>
          <p:cNvSpPr txBox="1"/>
          <p:nvPr>
            <p:ph type="ctrTitle"/>
          </p:nvPr>
        </p:nvSpPr>
        <p:spPr>
          <a:xfrm>
            <a:off x="514350" y="2368673"/>
            <a:ext cx="6571200" cy="14349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3600"/>
              <a:buFont typeface="Arial"/>
              <a:buNone/>
              <a:defRPr sz="3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47" name="Google Shape;147;p24"/>
          <p:cNvSpPr txBox="1"/>
          <p:nvPr>
            <p:ph idx="1" type="subTitle"/>
          </p:nvPr>
        </p:nvSpPr>
        <p:spPr>
          <a:xfrm>
            <a:off x="514350" y="3947112"/>
            <a:ext cx="8229600" cy="4869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900"/>
              </a:spcBef>
              <a:spcAft>
                <a:spcPts val="0"/>
              </a:spcAft>
              <a:buSzPts val="2160"/>
              <a:buNone/>
              <a:defRPr b="1" i="0" sz="2160">
                <a:latin typeface="Arial"/>
                <a:ea typeface="Arial"/>
                <a:cs typeface="Arial"/>
                <a:sym typeface="Arial"/>
              </a:defRPr>
            </a:lvl1pPr>
            <a:lvl2pPr lvl="1" rtl="0" algn="ctr">
              <a:lnSpc>
                <a:spcPct val="90000"/>
              </a:lnSpc>
              <a:spcBef>
                <a:spcPts val="450"/>
              </a:spcBef>
              <a:spcAft>
                <a:spcPts val="0"/>
              </a:spcAft>
              <a:buSzPts val="1800"/>
              <a:buNone/>
              <a:defRPr sz="1800"/>
            </a:lvl2pPr>
            <a:lvl3pPr lvl="2" rtl="0" algn="ctr">
              <a:lnSpc>
                <a:spcPct val="90000"/>
              </a:lnSpc>
              <a:spcBef>
                <a:spcPts val="450"/>
              </a:spcBef>
              <a:spcAft>
                <a:spcPts val="0"/>
              </a:spcAft>
              <a:buSzPts val="1620"/>
              <a:buNone/>
              <a:defRPr sz="1620"/>
            </a:lvl3pPr>
            <a:lvl4pPr lvl="3" rtl="0" algn="ctr">
              <a:lnSpc>
                <a:spcPct val="90000"/>
              </a:lnSpc>
              <a:spcBef>
                <a:spcPts val="450"/>
              </a:spcBef>
              <a:spcAft>
                <a:spcPts val="0"/>
              </a:spcAft>
              <a:buSzPts val="1440"/>
              <a:buNone/>
              <a:defRPr sz="1440"/>
            </a:lvl4pPr>
            <a:lvl5pPr lvl="4" rtl="0" algn="ctr">
              <a:lnSpc>
                <a:spcPct val="90000"/>
              </a:lnSpc>
              <a:spcBef>
                <a:spcPts val="450"/>
              </a:spcBef>
              <a:spcAft>
                <a:spcPts val="0"/>
              </a:spcAft>
              <a:buSzPts val="1440"/>
              <a:buNone/>
              <a:defRPr sz="1440"/>
            </a:lvl5pPr>
            <a:lvl6pPr lvl="5" rtl="0" algn="ctr">
              <a:lnSpc>
                <a:spcPct val="90000"/>
              </a:lnSpc>
              <a:spcBef>
                <a:spcPts val="450"/>
              </a:spcBef>
              <a:spcAft>
                <a:spcPts val="0"/>
              </a:spcAft>
              <a:buClr>
                <a:schemeClr val="dk1"/>
              </a:buClr>
              <a:buSzPts val="1440"/>
              <a:buNone/>
              <a:defRPr sz="1440"/>
            </a:lvl6pPr>
            <a:lvl7pPr lvl="6" rtl="0" algn="ctr">
              <a:lnSpc>
                <a:spcPct val="90000"/>
              </a:lnSpc>
              <a:spcBef>
                <a:spcPts val="450"/>
              </a:spcBef>
              <a:spcAft>
                <a:spcPts val="0"/>
              </a:spcAft>
              <a:buClr>
                <a:schemeClr val="dk1"/>
              </a:buClr>
              <a:buSzPts val="1440"/>
              <a:buNone/>
              <a:defRPr sz="1440"/>
            </a:lvl7pPr>
            <a:lvl8pPr lvl="7" rtl="0" algn="ctr">
              <a:lnSpc>
                <a:spcPct val="90000"/>
              </a:lnSpc>
              <a:spcBef>
                <a:spcPts val="450"/>
              </a:spcBef>
              <a:spcAft>
                <a:spcPts val="0"/>
              </a:spcAft>
              <a:buClr>
                <a:schemeClr val="dk1"/>
              </a:buClr>
              <a:buSzPts val="1440"/>
              <a:buNone/>
              <a:defRPr sz="1440"/>
            </a:lvl8pPr>
            <a:lvl9pPr lvl="8" rtl="0" algn="ctr">
              <a:lnSpc>
                <a:spcPct val="90000"/>
              </a:lnSpc>
              <a:spcBef>
                <a:spcPts val="450"/>
              </a:spcBef>
              <a:spcAft>
                <a:spcPts val="0"/>
              </a:spcAft>
              <a:buClr>
                <a:schemeClr val="dk1"/>
              </a:buClr>
              <a:buSzPts val="1440"/>
              <a:buNone/>
              <a:defRPr sz="1440"/>
            </a:lvl9pPr>
          </a:lstStyle>
          <a:p/>
        </p:txBody>
      </p:sp>
      <p:pic>
        <p:nvPicPr>
          <p:cNvPr id="148" name="Google Shape;148;p24"/>
          <p:cNvPicPr preferRelativeResize="0"/>
          <p:nvPr/>
        </p:nvPicPr>
        <p:blipFill rotWithShape="1">
          <a:blip r:embed="rId3">
            <a:alphaModFix/>
          </a:blip>
          <a:srcRect b="0" l="0" r="0" t="0"/>
          <a:stretch/>
        </p:blipFill>
        <p:spPr>
          <a:xfrm>
            <a:off x="514351" y="5398170"/>
            <a:ext cx="567015" cy="486851"/>
          </a:xfrm>
          <a:prstGeom prst="rect">
            <a:avLst/>
          </a:prstGeom>
          <a:noFill/>
          <a:ln>
            <a:noFill/>
          </a:ln>
        </p:spPr>
      </p:pic>
      <p:pic>
        <p:nvPicPr>
          <p:cNvPr id="149" name="Google Shape;149;p24"/>
          <p:cNvPicPr preferRelativeResize="0"/>
          <p:nvPr/>
        </p:nvPicPr>
        <p:blipFill rotWithShape="1">
          <a:blip r:embed="rId4">
            <a:alphaModFix/>
          </a:blip>
          <a:srcRect b="0" l="0" r="0" t="0"/>
          <a:stretch/>
        </p:blipFill>
        <p:spPr>
          <a:xfrm>
            <a:off x="7085479" y="2225088"/>
            <a:ext cx="5684700" cy="5684700"/>
          </a:xfrm>
          <a:prstGeom prst="ellipse">
            <a:avLst/>
          </a:prstGeom>
          <a:noFill/>
          <a:ln>
            <a:noFill/>
          </a:ln>
        </p:spPr>
      </p:pic>
    </p:spTree>
  </p:cSld>
  <p:clrMapOvr>
    <a:masterClrMapping/>
  </p:clrMapOvr>
  <p:extLst>
    <p:ext uri="{DCECCB84-F9BA-43D5-87BE-67443E8EF086}">
      <p15:sldGuideLst>
        <p15:guide id="1" pos="360">
          <p15:clr>
            <a:srgbClr val="FBAE40"/>
          </p15:clr>
        </p15:guide>
        <p15:guide id="2" pos="7320">
          <p15:clr>
            <a:srgbClr val="FBAE40"/>
          </p15:clr>
        </p15:guide>
        <p15:guide id="3" orient="horz" pos="360">
          <p15:clr>
            <a:srgbClr val="FBAE40"/>
          </p15:clr>
        </p15:guide>
        <p15:guide id="4" orient="horz" pos="39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No Image">
  <p:cSld name="Title Slide No Image">
    <p:bg>
      <p:bgPr>
        <a:blipFill>
          <a:blip r:embed="rId2">
            <a:alphaModFix/>
          </a:blip>
          <a:stretch>
            <a:fillRect/>
          </a:stretch>
        </a:blipFill>
      </p:bgPr>
    </p:bg>
    <p:spTree>
      <p:nvGrpSpPr>
        <p:cNvPr id="150" name="Shape 150"/>
        <p:cNvGrpSpPr/>
        <p:nvPr/>
      </p:nvGrpSpPr>
      <p:grpSpPr>
        <a:xfrm>
          <a:off x="0" y="0"/>
          <a:ext cx="0" cy="0"/>
          <a:chOff x="0" y="0"/>
          <a:chExt cx="0" cy="0"/>
        </a:xfrm>
      </p:grpSpPr>
      <p:sp>
        <p:nvSpPr>
          <p:cNvPr id="151" name="Google Shape;151;p25"/>
          <p:cNvSpPr txBox="1"/>
          <p:nvPr>
            <p:ph type="ctrTitle"/>
          </p:nvPr>
        </p:nvSpPr>
        <p:spPr>
          <a:xfrm>
            <a:off x="514350" y="2368673"/>
            <a:ext cx="9944100" cy="14349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3600"/>
              <a:buFont typeface="Arial"/>
              <a:buNone/>
              <a:defRPr sz="3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2" name="Google Shape;152;p25"/>
          <p:cNvSpPr txBox="1"/>
          <p:nvPr>
            <p:ph idx="1" type="subTitle"/>
          </p:nvPr>
        </p:nvSpPr>
        <p:spPr>
          <a:xfrm>
            <a:off x="514350" y="3947112"/>
            <a:ext cx="8229600" cy="4869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900"/>
              </a:spcBef>
              <a:spcAft>
                <a:spcPts val="0"/>
              </a:spcAft>
              <a:buSzPts val="2160"/>
              <a:buNone/>
              <a:defRPr b="1" i="0" sz="2160">
                <a:latin typeface="Arial"/>
                <a:ea typeface="Arial"/>
                <a:cs typeface="Arial"/>
                <a:sym typeface="Arial"/>
              </a:defRPr>
            </a:lvl1pPr>
            <a:lvl2pPr lvl="1" rtl="0" algn="ctr">
              <a:lnSpc>
                <a:spcPct val="90000"/>
              </a:lnSpc>
              <a:spcBef>
                <a:spcPts val="450"/>
              </a:spcBef>
              <a:spcAft>
                <a:spcPts val="0"/>
              </a:spcAft>
              <a:buSzPts val="1800"/>
              <a:buNone/>
              <a:defRPr sz="1800"/>
            </a:lvl2pPr>
            <a:lvl3pPr lvl="2" rtl="0" algn="ctr">
              <a:lnSpc>
                <a:spcPct val="90000"/>
              </a:lnSpc>
              <a:spcBef>
                <a:spcPts val="450"/>
              </a:spcBef>
              <a:spcAft>
                <a:spcPts val="0"/>
              </a:spcAft>
              <a:buSzPts val="1620"/>
              <a:buNone/>
              <a:defRPr sz="1620"/>
            </a:lvl3pPr>
            <a:lvl4pPr lvl="3" rtl="0" algn="ctr">
              <a:lnSpc>
                <a:spcPct val="90000"/>
              </a:lnSpc>
              <a:spcBef>
                <a:spcPts val="450"/>
              </a:spcBef>
              <a:spcAft>
                <a:spcPts val="0"/>
              </a:spcAft>
              <a:buSzPts val="1440"/>
              <a:buNone/>
              <a:defRPr sz="1440"/>
            </a:lvl4pPr>
            <a:lvl5pPr lvl="4" rtl="0" algn="ctr">
              <a:lnSpc>
                <a:spcPct val="90000"/>
              </a:lnSpc>
              <a:spcBef>
                <a:spcPts val="450"/>
              </a:spcBef>
              <a:spcAft>
                <a:spcPts val="0"/>
              </a:spcAft>
              <a:buSzPts val="1440"/>
              <a:buNone/>
              <a:defRPr sz="1440"/>
            </a:lvl5pPr>
            <a:lvl6pPr lvl="5" rtl="0" algn="ctr">
              <a:lnSpc>
                <a:spcPct val="90000"/>
              </a:lnSpc>
              <a:spcBef>
                <a:spcPts val="450"/>
              </a:spcBef>
              <a:spcAft>
                <a:spcPts val="0"/>
              </a:spcAft>
              <a:buClr>
                <a:schemeClr val="dk1"/>
              </a:buClr>
              <a:buSzPts val="1440"/>
              <a:buNone/>
              <a:defRPr sz="1440"/>
            </a:lvl6pPr>
            <a:lvl7pPr lvl="6" rtl="0" algn="ctr">
              <a:lnSpc>
                <a:spcPct val="90000"/>
              </a:lnSpc>
              <a:spcBef>
                <a:spcPts val="450"/>
              </a:spcBef>
              <a:spcAft>
                <a:spcPts val="0"/>
              </a:spcAft>
              <a:buClr>
                <a:schemeClr val="dk1"/>
              </a:buClr>
              <a:buSzPts val="1440"/>
              <a:buNone/>
              <a:defRPr sz="1440"/>
            </a:lvl7pPr>
            <a:lvl8pPr lvl="7" rtl="0" algn="ctr">
              <a:lnSpc>
                <a:spcPct val="90000"/>
              </a:lnSpc>
              <a:spcBef>
                <a:spcPts val="450"/>
              </a:spcBef>
              <a:spcAft>
                <a:spcPts val="0"/>
              </a:spcAft>
              <a:buClr>
                <a:schemeClr val="dk1"/>
              </a:buClr>
              <a:buSzPts val="1440"/>
              <a:buNone/>
              <a:defRPr sz="1440"/>
            </a:lvl8pPr>
            <a:lvl9pPr lvl="8" rtl="0" algn="ctr">
              <a:lnSpc>
                <a:spcPct val="90000"/>
              </a:lnSpc>
              <a:spcBef>
                <a:spcPts val="450"/>
              </a:spcBef>
              <a:spcAft>
                <a:spcPts val="0"/>
              </a:spcAft>
              <a:buClr>
                <a:schemeClr val="dk1"/>
              </a:buClr>
              <a:buSzPts val="1440"/>
              <a:buNone/>
              <a:defRPr sz="1440"/>
            </a:lvl9pPr>
          </a:lstStyle>
          <a:p/>
        </p:txBody>
      </p:sp>
      <p:sp>
        <p:nvSpPr>
          <p:cNvPr id="153" name="Google Shape;153;p25"/>
          <p:cNvSpPr txBox="1"/>
          <p:nvPr/>
        </p:nvSpPr>
        <p:spPr>
          <a:xfrm>
            <a:off x="7989570" y="5720715"/>
            <a:ext cx="2469000" cy="328500"/>
          </a:xfrm>
          <a:prstGeom prst="rect">
            <a:avLst/>
          </a:prstGeom>
          <a:noFill/>
          <a:ln>
            <a:noFill/>
          </a:ln>
        </p:spPr>
        <p:txBody>
          <a:bodyPr anchorCtr="0" anchor="ctr" bIns="41125" lIns="82275" spcFirstLastPara="1" rIns="82275" wrap="square" tIns="41125">
            <a:noAutofit/>
          </a:bodyPr>
          <a:lstStyle/>
          <a:p>
            <a:pPr indent="0" lvl="0" marL="0" marR="0" rtl="0" algn="r">
              <a:spcBef>
                <a:spcPts val="0"/>
              </a:spcBef>
              <a:spcAft>
                <a:spcPts val="0"/>
              </a:spcAft>
              <a:buNone/>
            </a:pPr>
            <a:fld id="{00000000-1234-1234-1234-123412341234}" type="slidenum">
              <a:rPr b="1" i="0" lang="en-US" sz="900">
                <a:solidFill>
                  <a:schemeClr val="lt1"/>
                </a:solidFill>
                <a:latin typeface="Arial"/>
                <a:ea typeface="Arial"/>
                <a:cs typeface="Arial"/>
                <a:sym typeface="Arial"/>
              </a:rPr>
              <a:t>‹#›</a:t>
            </a:fld>
            <a:endParaRPr b="1" i="0" sz="900">
              <a:solidFill>
                <a:schemeClr val="lt1"/>
              </a:solidFill>
              <a:latin typeface="Arial"/>
              <a:ea typeface="Arial"/>
              <a:cs typeface="Arial"/>
              <a:sym typeface="Arial"/>
            </a:endParaRPr>
          </a:p>
        </p:txBody>
      </p:sp>
      <p:pic>
        <p:nvPicPr>
          <p:cNvPr id="154" name="Google Shape;154;p25"/>
          <p:cNvPicPr preferRelativeResize="0"/>
          <p:nvPr/>
        </p:nvPicPr>
        <p:blipFill rotWithShape="1">
          <a:blip r:embed="rId3">
            <a:alphaModFix/>
          </a:blip>
          <a:srcRect b="0" l="0" r="0" t="0"/>
          <a:stretch/>
        </p:blipFill>
        <p:spPr>
          <a:xfrm>
            <a:off x="514351" y="5398170"/>
            <a:ext cx="567015" cy="486851"/>
          </a:xfrm>
          <a:prstGeom prst="rect">
            <a:avLst/>
          </a:prstGeom>
          <a:noFill/>
          <a:ln>
            <a:noFill/>
          </a:ln>
        </p:spPr>
      </p:pic>
    </p:spTree>
  </p:cSld>
  <p:clrMapOvr>
    <a:masterClrMapping/>
  </p:clrMapOvr>
  <p:extLst>
    <p:ext uri="{DCECCB84-F9BA-43D5-87BE-67443E8EF086}">
      <p15:sldGuideLst>
        <p15:guide id="1" pos="360">
          <p15:clr>
            <a:srgbClr val="FBAE40"/>
          </p15:clr>
        </p15:guide>
        <p15:guide id="2" pos="7320">
          <p15:clr>
            <a:srgbClr val="FBAE40"/>
          </p15:clr>
        </p15:guide>
        <p15:guide id="3" orient="horz" pos="360">
          <p15:clr>
            <a:srgbClr val="FBAE40"/>
          </p15:clr>
        </p15:guide>
        <p15:guide id="4" orient="horz" pos="39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No Logo">
  <p:cSld name="Title and Content - No Logo">
    <p:spTree>
      <p:nvGrpSpPr>
        <p:cNvPr id="155" name="Shape 155"/>
        <p:cNvGrpSpPr/>
        <p:nvPr/>
      </p:nvGrpSpPr>
      <p:grpSpPr>
        <a:xfrm>
          <a:off x="0" y="0"/>
          <a:ext cx="0" cy="0"/>
          <a:chOff x="0" y="0"/>
          <a:chExt cx="0" cy="0"/>
        </a:xfrm>
      </p:grpSpPr>
      <p:sp>
        <p:nvSpPr>
          <p:cNvPr id="156" name="Google Shape;156;p26"/>
          <p:cNvSpPr txBox="1"/>
          <p:nvPr>
            <p:ph type="title"/>
          </p:nvPr>
        </p:nvSpPr>
        <p:spPr>
          <a:xfrm>
            <a:off x="514350" y="514350"/>
            <a:ext cx="9944100" cy="1007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7" name="Google Shape;157;p26"/>
          <p:cNvSpPr txBox="1"/>
          <p:nvPr>
            <p:ph idx="1" type="body"/>
          </p:nvPr>
        </p:nvSpPr>
        <p:spPr>
          <a:xfrm>
            <a:off x="514350" y="1643062"/>
            <a:ext cx="9944100" cy="40149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900"/>
              </a:spcBef>
              <a:spcAft>
                <a:spcPts val="0"/>
              </a:spcAft>
              <a:buSzPts val="1800"/>
              <a:buChar char="•"/>
              <a:defRPr/>
            </a:lvl1pPr>
            <a:lvl2pPr indent="-342900" lvl="1" marL="914400" rtl="0" algn="l">
              <a:lnSpc>
                <a:spcPct val="90000"/>
              </a:lnSpc>
              <a:spcBef>
                <a:spcPts val="450"/>
              </a:spcBef>
              <a:spcAft>
                <a:spcPts val="0"/>
              </a:spcAft>
              <a:buSzPts val="1800"/>
              <a:buChar char="•"/>
              <a:defRPr/>
            </a:lvl2pPr>
            <a:lvl3pPr indent="-342900" lvl="2" marL="1371600" rtl="0" algn="l">
              <a:lnSpc>
                <a:spcPct val="90000"/>
              </a:lnSpc>
              <a:spcBef>
                <a:spcPts val="450"/>
              </a:spcBef>
              <a:spcAft>
                <a:spcPts val="0"/>
              </a:spcAft>
              <a:buSzPts val="1800"/>
              <a:buChar char="•"/>
              <a:defRPr/>
            </a:lvl3pPr>
            <a:lvl4pPr indent="-342900" lvl="3" marL="1828800" rtl="0" algn="l">
              <a:lnSpc>
                <a:spcPct val="90000"/>
              </a:lnSpc>
              <a:spcBef>
                <a:spcPts val="450"/>
              </a:spcBef>
              <a:spcAft>
                <a:spcPts val="0"/>
              </a:spcAft>
              <a:buSzPts val="1800"/>
              <a:buChar char="•"/>
              <a:defRPr/>
            </a:lvl4pPr>
            <a:lvl5pPr indent="-342900" lvl="4" marL="2286000" rtl="0" algn="l">
              <a:lnSpc>
                <a:spcPct val="90000"/>
              </a:lnSpc>
              <a:spcBef>
                <a:spcPts val="450"/>
              </a:spcBef>
              <a:spcAft>
                <a:spcPts val="0"/>
              </a:spcAft>
              <a:buSzPts val="1800"/>
              <a:buChar char="•"/>
              <a:defRPr/>
            </a:lvl5pPr>
            <a:lvl6pPr indent="-342900" lvl="5" marL="2743200" rtl="0" algn="l">
              <a:lnSpc>
                <a:spcPct val="90000"/>
              </a:lnSpc>
              <a:spcBef>
                <a:spcPts val="450"/>
              </a:spcBef>
              <a:spcAft>
                <a:spcPts val="0"/>
              </a:spcAft>
              <a:buClr>
                <a:schemeClr val="dk1"/>
              </a:buClr>
              <a:buSzPts val="1800"/>
              <a:buChar char="•"/>
              <a:defRPr/>
            </a:lvl6pPr>
            <a:lvl7pPr indent="-342900" lvl="6" marL="3200400" rtl="0" algn="l">
              <a:lnSpc>
                <a:spcPct val="90000"/>
              </a:lnSpc>
              <a:spcBef>
                <a:spcPts val="450"/>
              </a:spcBef>
              <a:spcAft>
                <a:spcPts val="0"/>
              </a:spcAft>
              <a:buClr>
                <a:schemeClr val="dk1"/>
              </a:buClr>
              <a:buSzPts val="1800"/>
              <a:buChar char="•"/>
              <a:defRPr/>
            </a:lvl7pPr>
            <a:lvl8pPr indent="-342900" lvl="7" marL="3657600" rtl="0" algn="l">
              <a:lnSpc>
                <a:spcPct val="90000"/>
              </a:lnSpc>
              <a:spcBef>
                <a:spcPts val="450"/>
              </a:spcBef>
              <a:spcAft>
                <a:spcPts val="0"/>
              </a:spcAft>
              <a:buClr>
                <a:schemeClr val="dk1"/>
              </a:buClr>
              <a:buSzPts val="1800"/>
              <a:buChar char="•"/>
              <a:defRPr/>
            </a:lvl8pPr>
            <a:lvl9pPr indent="-342900" lvl="8" marL="4114800" rtl="0" algn="l">
              <a:lnSpc>
                <a:spcPct val="90000"/>
              </a:lnSpc>
              <a:spcBef>
                <a:spcPts val="450"/>
              </a:spcBef>
              <a:spcAft>
                <a:spcPts val="0"/>
              </a:spcAft>
              <a:buClr>
                <a:schemeClr val="dk1"/>
              </a:buClr>
              <a:buSzPts val="1800"/>
              <a:buChar char="•"/>
              <a:defRPr/>
            </a:lvl9pPr>
          </a:lstStyle>
          <a:p/>
        </p:txBody>
      </p:sp>
      <p:sp>
        <p:nvSpPr>
          <p:cNvPr id="158" name="Google Shape;158;p26"/>
          <p:cNvSpPr txBox="1"/>
          <p:nvPr/>
        </p:nvSpPr>
        <p:spPr>
          <a:xfrm>
            <a:off x="7989570" y="5720715"/>
            <a:ext cx="2469000" cy="328500"/>
          </a:xfrm>
          <a:prstGeom prst="rect">
            <a:avLst/>
          </a:prstGeom>
          <a:noFill/>
          <a:ln>
            <a:noFill/>
          </a:ln>
        </p:spPr>
        <p:txBody>
          <a:bodyPr anchorCtr="0" anchor="ctr" bIns="41125" lIns="82275" spcFirstLastPara="1" rIns="82275" wrap="square" tIns="41125">
            <a:noAutofit/>
          </a:bodyPr>
          <a:lstStyle/>
          <a:p>
            <a:pPr indent="0" lvl="0" marL="0" marR="0" rtl="0" algn="r">
              <a:spcBef>
                <a:spcPts val="0"/>
              </a:spcBef>
              <a:spcAft>
                <a:spcPts val="0"/>
              </a:spcAft>
              <a:buNone/>
            </a:pPr>
            <a:fld id="{00000000-1234-1234-1234-123412341234}" type="slidenum">
              <a:rPr b="1" i="0" lang="en-US" sz="900">
                <a:solidFill>
                  <a:schemeClr val="lt1"/>
                </a:solidFill>
                <a:latin typeface="Arial"/>
                <a:ea typeface="Arial"/>
                <a:cs typeface="Arial"/>
                <a:sym typeface="Arial"/>
              </a:rPr>
              <a:t>‹#›</a:t>
            </a:fld>
            <a:endParaRPr b="1" i="0" sz="900">
              <a:solidFill>
                <a:schemeClr val="lt1"/>
              </a:solidFill>
              <a:latin typeface="Arial"/>
              <a:ea typeface="Arial"/>
              <a:cs typeface="Arial"/>
              <a:sym typeface="Arial"/>
            </a:endParaRPr>
          </a:p>
        </p:txBody>
      </p:sp>
    </p:spTree>
  </p:cSld>
  <p:clrMapOvr>
    <a:masterClrMapping/>
  </p:clrMapOvr>
  <p:extLst>
    <p:ext uri="{DCECCB84-F9BA-43D5-87BE-67443E8EF086}">
      <p15:sldGuideLst>
        <p15:guide id="1" pos="360">
          <p15:clr>
            <a:srgbClr val="FBAE40"/>
          </p15:clr>
        </p15:guide>
        <p15:guide id="2" pos="7320">
          <p15:clr>
            <a:srgbClr val="FBAE40"/>
          </p15:clr>
        </p15:guide>
        <p15:guide id="3" orient="horz" pos="360">
          <p15:clr>
            <a:srgbClr val="FBAE40"/>
          </p15:clr>
        </p15:guide>
        <p15:guide id="4" orient="horz" pos="39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 Logo" type="twoObj">
  <p:cSld name="TWO_OBJECTS">
    <p:spTree>
      <p:nvGrpSpPr>
        <p:cNvPr id="159" name="Shape 159"/>
        <p:cNvGrpSpPr/>
        <p:nvPr/>
      </p:nvGrpSpPr>
      <p:grpSpPr>
        <a:xfrm>
          <a:off x="0" y="0"/>
          <a:ext cx="0" cy="0"/>
          <a:chOff x="0" y="0"/>
          <a:chExt cx="0" cy="0"/>
        </a:xfrm>
      </p:grpSpPr>
      <p:sp>
        <p:nvSpPr>
          <p:cNvPr id="160" name="Google Shape;160;p27"/>
          <p:cNvSpPr txBox="1"/>
          <p:nvPr>
            <p:ph type="title"/>
          </p:nvPr>
        </p:nvSpPr>
        <p:spPr>
          <a:xfrm>
            <a:off x="514350" y="514350"/>
            <a:ext cx="9944100" cy="1007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61" name="Google Shape;161;p27"/>
          <p:cNvSpPr txBox="1"/>
          <p:nvPr>
            <p:ph idx="1" type="body"/>
          </p:nvPr>
        </p:nvSpPr>
        <p:spPr>
          <a:xfrm>
            <a:off x="514350" y="1643062"/>
            <a:ext cx="4903500" cy="40149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900"/>
              </a:spcBef>
              <a:spcAft>
                <a:spcPts val="0"/>
              </a:spcAft>
              <a:buSzPts val="1800"/>
              <a:buChar char="•"/>
              <a:defRPr/>
            </a:lvl1pPr>
            <a:lvl2pPr indent="-342900" lvl="1" marL="914400" rtl="0" algn="l">
              <a:lnSpc>
                <a:spcPct val="90000"/>
              </a:lnSpc>
              <a:spcBef>
                <a:spcPts val="450"/>
              </a:spcBef>
              <a:spcAft>
                <a:spcPts val="0"/>
              </a:spcAft>
              <a:buSzPts val="1800"/>
              <a:buChar char="•"/>
              <a:defRPr/>
            </a:lvl2pPr>
            <a:lvl3pPr indent="-342900" lvl="2" marL="1371600" rtl="0" algn="l">
              <a:lnSpc>
                <a:spcPct val="90000"/>
              </a:lnSpc>
              <a:spcBef>
                <a:spcPts val="450"/>
              </a:spcBef>
              <a:spcAft>
                <a:spcPts val="0"/>
              </a:spcAft>
              <a:buSzPts val="1800"/>
              <a:buChar char="•"/>
              <a:defRPr/>
            </a:lvl3pPr>
            <a:lvl4pPr indent="-342900" lvl="3" marL="1828800" rtl="0" algn="l">
              <a:lnSpc>
                <a:spcPct val="90000"/>
              </a:lnSpc>
              <a:spcBef>
                <a:spcPts val="450"/>
              </a:spcBef>
              <a:spcAft>
                <a:spcPts val="0"/>
              </a:spcAft>
              <a:buSzPts val="1800"/>
              <a:buChar char="•"/>
              <a:defRPr/>
            </a:lvl4pPr>
            <a:lvl5pPr indent="-342900" lvl="4" marL="2286000" rtl="0" algn="l">
              <a:lnSpc>
                <a:spcPct val="90000"/>
              </a:lnSpc>
              <a:spcBef>
                <a:spcPts val="450"/>
              </a:spcBef>
              <a:spcAft>
                <a:spcPts val="0"/>
              </a:spcAft>
              <a:buSzPts val="1800"/>
              <a:buChar char="•"/>
              <a:defRPr/>
            </a:lvl5pPr>
            <a:lvl6pPr indent="-342900" lvl="5" marL="2743200" rtl="0" algn="l">
              <a:lnSpc>
                <a:spcPct val="90000"/>
              </a:lnSpc>
              <a:spcBef>
                <a:spcPts val="450"/>
              </a:spcBef>
              <a:spcAft>
                <a:spcPts val="0"/>
              </a:spcAft>
              <a:buClr>
                <a:schemeClr val="dk1"/>
              </a:buClr>
              <a:buSzPts val="1800"/>
              <a:buChar char="•"/>
              <a:defRPr/>
            </a:lvl6pPr>
            <a:lvl7pPr indent="-342900" lvl="6" marL="3200400" rtl="0" algn="l">
              <a:lnSpc>
                <a:spcPct val="90000"/>
              </a:lnSpc>
              <a:spcBef>
                <a:spcPts val="450"/>
              </a:spcBef>
              <a:spcAft>
                <a:spcPts val="0"/>
              </a:spcAft>
              <a:buClr>
                <a:schemeClr val="dk1"/>
              </a:buClr>
              <a:buSzPts val="1800"/>
              <a:buChar char="•"/>
              <a:defRPr/>
            </a:lvl7pPr>
            <a:lvl8pPr indent="-342900" lvl="7" marL="3657600" rtl="0" algn="l">
              <a:lnSpc>
                <a:spcPct val="90000"/>
              </a:lnSpc>
              <a:spcBef>
                <a:spcPts val="450"/>
              </a:spcBef>
              <a:spcAft>
                <a:spcPts val="0"/>
              </a:spcAft>
              <a:buClr>
                <a:schemeClr val="dk1"/>
              </a:buClr>
              <a:buSzPts val="1800"/>
              <a:buChar char="•"/>
              <a:defRPr/>
            </a:lvl8pPr>
            <a:lvl9pPr indent="-342900" lvl="8" marL="4114800" rtl="0" algn="l">
              <a:lnSpc>
                <a:spcPct val="90000"/>
              </a:lnSpc>
              <a:spcBef>
                <a:spcPts val="450"/>
              </a:spcBef>
              <a:spcAft>
                <a:spcPts val="0"/>
              </a:spcAft>
              <a:buClr>
                <a:schemeClr val="dk1"/>
              </a:buClr>
              <a:buSzPts val="1800"/>
              <a:buChar char="•"/>
              <a:defRPr/>
            </a:lvl9pPr>
          </a:lstStyle>
          <a:p/>
        </p:txBody>
      </p:sp>
      <p:sp>
        <p:nvSpPr>
          <p:cNvPr id="162" name="Google Shape;162;p27"/>
          <p:cNvSpPr txBox="1"/>
          <p:nvPr>
            <p:ph idx="2" type="body"/>
          </p:nvPr>
        </p:nvSpPr>
        <p:spPr>
          <a:xfrm>
            <a:off x="5554980" y="1643062"/>
            <a:ext cx="4903500" cy="40149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900"/>
              </a:spcBef>
              <a:spcAft>
                <a:spcPts val="0"/>
              </a:spcAft>
              <a:buSzPts val="1800"/>
              <a:buChar char="•"/>
              <a:defRPr/>
            </a:lvl1pPr>
            <a:lvl2pPr indent="-342900" lvl="1" marL="914400" rtl="0" algn="l">
              <a:lnSpc>
                <a:spcPct val="90000"/>
              </a:lnSpc>
              <a:spcBef>
                <a:spcPts val="450"/>
              </a:spcBef>
              <a:spcAft>
                <a:spcPts val="0"/>
              </a:spcAft>
              <a:buSzPts val="1800"/>
              <a:buChar char="•"/>
              <a:defRPr/>
            </a:lvl2pPr>
            <a:lvl3pPr indent="-342900" lvl="2" marL="1371600" rtl="0" algn="l">
              <a:lnSpc>
                <a:spcPct val="90000"/>
              </a:lnSpc>
              <a:spcBef>
                <a:spcPts val="450"/>
              </a:spcBef>
              <a:spcAft>
                <a:spcPts val="0"/>
              </a:spcAft>
              <a:buSzPts val="1800"/>
              <a:buChar char="•"/>
              <a:defRPr/>
            </a:lvl3pPr>
            <a:lvl4pPr indent="-342900" lvl="3" marL="1828800" rtl="0" algn="l">
              <a:lnSpc>
                <a:spcPct val="90000"/>
              </a:lnSpc>
              <a:spcBef>
                <a:spcPts val="450"/>
              </a:spcBef>
              <a:spcAft>
                <a:spcPts val="0"/>
              </a:spcAft>
              <a:buSzPts val="1800"/>
              <a:buChar char="•"/>
              <a:defRPr/>
            </a:lvl4pPr>
            <a:lvl5pPr indent="-342900" lvl="4" marL="2286000" rtl="0" algn="l">
              <a:lnSpc>
                <a:spcPct val="90000"/>
              </a:lnSpc>
              <a:spcBef>
                <a:spcPts val="450"/>
              </a:spcBef>
              <a:spcAft>
                <a:spcPts val="0"/>
              </a:spcAft>
              <a:buSzPts val="1800"/>
              <a:buChar char="•"/>
              <a:defRPr/>
            </a:lvl5pPr>
            <a:lvl6pPr indent="-342900" lvl="5" marL="2743200" rtl="0" algn="l">
              <a:lnSpc>
                <a:spcPct val="90000"/>
              </a:lnSpc>
              <a:spcBef>
                <a:spcPts val="450"/>
              </a:spcBef>
              <a:spcAft>
                <a:spcPts val="0"/>
              </a:spcAft>
              <a:buClr>
                <a:schemeClr val="dk1"/>
              </a:buClr>
              <a:buSzPts val="1800"/>
              <a:buChar char="•"/>
              <a:defRPr/>
            </a:lvl6pPr>
            <a:lvl7pPr indent="-342900" lvl="6" marL="3200400" rtl="0" algn="l">
              <a:lnSpc>
                <a:spcPct val="90000"/>
              </a:lnSpc>
              <a:spcBef>
                <a:spcPts val="450"/>
              </a:spcBef>
              <a:spcAft>
                <a:spcPts val="0"/>
              </a:spcAft>
              <a:buClr>
                <a:schemeClr val="dk1"/>
              </a:buClr>
              <a:buSzPts val="1800"/>
              <a:buChar char="•"/>
              <a:defRPr/>
            </a:lvl7pPr>
            <a:lvl8pPr indent="-342900" lvl="7" marL="3657600" rtl="0" algn="l">
              <a:lnSpc>
                <a:spcPct val="90000"/>
              </a:lnSpc>
              <a:spcBef>
                <a:spcPts val="450"/>
              </a:spcBef>
              <a:spcAft>
                <a:spcPts val="0"/>
              </a:spcAft>
              <a:buClr>
                <a:schemeClr val="dk1"/>
              </a:buClr>
              <a:buSzPts val="1800"/>
              <a:buChar char="•"/>
              <a:defRPr/>
            </a:lvl8pPr>
            <a:lvl9pPr indent="-342900" lvl="8" marL="4114800" rtl="0" algn="l">
              <a:lnSpc>
                <a:spcPct val="90000"/>
              </a:lnSpc>
              <a:spcBef>
                <a:spcPts val="450"/>
              </a:spcBef>
              <a:spcAft>
                <a:spcPts val="0"/>
              </a:spcAft>
              <a:buClr>
                <a:schemeClr val="dk1"/>
              </a:buClr>
              <a:buSzPts val="1800"/>
              <a:buChar char="•"/>
              <a:defRPr/>
            </a:lvl9pPr>
          </a:lstStyle>
          <a:p/>
        </p:txBody>
      </p:sp>
      <p:pic>
        <p:nvPicPr>
          <p:cNvPr id="163" name="Google Shape;163;p27"/>
          <p:cNvPicPr preferRelativeResize="0"/>
          <p:nvPr/>
        </p:nvPicPr>
        <p:blipFill rotWithShape="1">
          <a:blip r:embed="rId2">
            <a:alphaModFix/>
          </a:blip>
          <a:srcRect b="0" l="0" r="0" t="0"/>
          <a:stretch/>
        </p:blipFill>
        <p:spPr>
          <a:xfrm>
            <a:off x="514351" y="5398170"/>
            <a:ext cx="567015" cy="486851"/>
          </a:xfrm>
          <a:prstGeom prst="rect">
            <a:avLst/>
          </a:prstGeom>
          <a:noFill/>
          <a:ln>
            <a:noFill/>
          </a:ln>
        </p:spPr>
      </p:pic>
      <p:sp>
        <p:nvSpPr>
          <p:cNvPr id="164" name="Google Shape;164;p27"/>
          <p:cNvSpPr txBox="1"/>
          <p:nvPr/>
        </p:nvSpPr>
        <p:spPr>
          <a:xfrm>
            <a:off x="7989570" y="5720715"/>
            <a:ext cx="2469000" cy="328500"/>
          </a:xfrm>
          <a:prstGeom prst="rect">
            <a:avLst/>
          </a:prstGeom>
          <a:noFill/>
          <a:ln>
            <a:noFill/>
          </a:ln>
        </p:spPr>
        <p:txBody>
          <a:bodyPr anchorCtr="0" anchor="ctr" bIns="41125" lIns="82275" spcFirstLastPara="1" rIns="82275" wrap="square" tIns="41125">
            <a:noAutofit/>
          </a:bodyPr>
          <a:lstStyle/>
          <a:p>
            <a:pPr indent="0" lvl="0" marL="0" marR="0" rtl="0" algn="r">
              <a:spcBef>
                <a:spcPts val="0"/>
              </a:spcBef>
              <a:spcAft>
                <a:spcPts val="0"/>
              </a:spcAft>
              <a:buNone/>
            </a:pPr>
            <a:fld id="{00000000-1234-1234-1234-123412341234}" type="slidenum">
              <a:rPr b="1" i="0" lang="en-US" sz="900">
                <a:solidFill>
                  <a:schemeClr val="lt1"/>
                </a:solidFill>
                <a:latin typeface="Arial"/>
                <a:ea typeface="Arial"/>
                <a:cs typeface="Arial"/>
                <a:sym typeface="Arial"/>
              </a:rPr>
              <a:t>‹#›</a:t>
            </a:fld>
            <a:endParaRPr b="1" i="0" sz="900">
              <a:solidFill>
                <a:schemeClr val="lt1"/>
              </a:solidFill>
              <a:latin typeface="Arial"/>
              <a:ea typeface="Arial"/>
              <a:cs typeface="Arial"/>
              <a:sym typeface="Arial"/>
            </a:endParaRPr>
          </a:p>
        </p:txBody>
      </p:sp>
    </p:spTree>
  </p:cSld>
  <p:clrMapOvr>
    <a:masterClrMapping/>
  </p:clrMapOvr>
  <p:extLst>
    <p:ext uri="{DCECCB84-F9BA-43D5-87BE-67443E8EF086}">
      <p15:sldGuideLst>
        <p15:guide id="1" pos="360">
          <p15:clr>
            <a:srgbClr val="FBAE40"/>
          </p15:clr>
        </p15:guide>
        <p15:guide id="2" pos="7320">
          <p15:clr>
            <a:srgbClr val="FBAE40"/>
          </p15:clr>
        </p15:guide>
        <p15:guide id="3" orient="horz" pos="360">
          <p15:clr>
            <a:srgbClr val="FBAE40"/>
          </p15:clr>
        </p15:guide>
        <p15:guide id="4" orient="horz" pos="39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 No Logo">
  <p:cSld name="Two Column - No Logo">
    <p:spTree>
      <p:nvGrpSpPr>
        <p:cNvPr id="165" name="Shape 165"/>
        <p:cNvGrpSpPr/>
        <p:nvPr/>
      </p:nvGrpSpPr>
      <p:grpSpPr>
        <a:xfrm>
          <a:off x="0" y="0"/>
          <a:ext cx="0" cy="0"/>
          <a:chOff x="0" y="0"/>
          <a:chExt cx="0" cy="0"/>
        </a:xfrm>
      </p:grpSpPr>
      <p:sp>
        <p:nvSpPr>
          <p:cNvPr id="166" name="Google Shape;166;p28"/>
          <p:cNvSpPr txBox="1"/>
          <p:nvPr>
            <p:ph type="title"/>
          </p:nvPr>
        </p:nvSpPr>
        <p:spPr>
          <a:xfrm>
            <a:off x="514350" y="514350"/>
            <a:ext cx="9944100" cy="1007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67" name="Google Shape;167;p28"/>
          <p:cNvSpPr txBox="1"/>
          <p:nvPr>
            <p:ph idx="1" type="body"/>
          </p:nvPr>
        </p:nvSpPr>
        <p:spPr>
          <a:xfrm>
            <a:off x="514350" y="1643062"/>
            <a:ext cx="4903500" cy="40149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900"/>
              </a:spcBef>
              <a:spcAft>
                <a:spcPts val="0"/>
              </a:spcAft>
              <a:buSzPts val="1800"/>
              <a:buChar char="•"/>
              <a:defRPr/>
            </a:lvl1pPr>
            <a:lvl2pPr indent="-342900" lvl="1" marL="914400" rtl="0" algn="l">
              <a:lnSpc>
                <a:spcPct val="90000"/>
              </a:lnSpc>
              <a:spcBef>
                <a:spcPts val="450"/>
              </a:spcBef>
              <a:spcAft>
                <a:spcPts val="0"/>
              </a:spcAft>
              <a:buSzPts val="1800"/>
              <a:buChar char="•"/>
              <a:defRPr/>
            </a:lvl2pPr>
            <a:lvl3pPr indent="-342900" lvl="2" marL="1371600" rtl="0" algn="l">
              <a:lnSpc>
                <a:spcPct val="90000"/>
              </a:lnSpc>
              <a:spcBef>
                <a:spcPts val="450"/>
              </a:spcBef>
              <a:spcAft>
                <a:spcPts val="0"/>
              </a:spcAft>
              <a:buSzPts val="1800"/>
              <a:buChar char="•"/>
              <a:defRPr/>
            </a:lvl3pPr>
            <a:lvl4pPr indent="-342900" lvl="3" marL="1828800" rtl="0" algn="l">
              <a:lnSpc>
                <a:spcPct val="90000"/>
              </a:lnSpc>
              <a:spcBef>
                <a:spcPts val="450"/>
              </a:spcBef>
              <a:spcAft>
                <a:spcPts val="0"/>
              </a:spcAft>
              <a:buSzPts val="1800"/>
              <a:buChar char="•"/>
              <a:defRPr/>
            </a:lvl4pPr>
            <a:lvl5pPr indent="-342900" lvl="4" marL="2286000" rtl="0" algn="l">
              <a:lnSpc>
                <a:spcPct val="90000"/>
              </a:lnSpc>
              <a:spcBef>
                <a:spcPts val="450"/>
              </a:spcBef>
              <a:spcAft>
                <a:spcPts val="0"/>
              </a:spcAft>
              <a:buSzPts val="1800"/>
              <a:buChar char="•"/>
              <a:defRPr/>
            </a:lvl5pPr>
            <a:lvl6pPr indent="-342900" lvl="5" marL="2743200" rtl="0" algn="l">
              <a:lnSpc>
                <a:spcPct val="90000"/>
              </a:lnSpc>
              <a:spcBef>
                <a:spcPts val="450"/>
              </a:spcBef>
              <a:spcAft>
                <a:spcPts val="0"/>
              </a:spcAft>
              <a:buClr>
                <a:schemeClr val="dk1"/>
              </a:buClr>
              <a:buSzPts val="1800"/>
              <a:buChar char="•"/>
              <a:defRPr/>
            </a:lvl6pPr>
            <a:lvl7pPr indent="-342900" lvl="6" marL="3200400" rtl="0" algn="l">
              <a:lnSpc>
                <a:spcPct val="90000"/>
              </a:lnSpc>
              <a:spcBef>
                <a:spcPts val="450"/>
              </a:spcBef>
              <a:spcAft>
                <a:spcPts val="0"/>
              </a:spcAft>
              <a:buClr>
                <a:schemeClr val="dk1"/>
              </a:buClr>
              <a:buSzPts val="1800"/>
              <a:buChar char="•"/>
              <a:defRPr/>
            </a:lvl7pPr>
            <a:lvl8pPr indent="-342900" lvl="7" marL="3657600" rtl="0" algn="l">
              <a:lnSpc>
                <a:spcPct val="90000"/>
              </a:lnSpc>
              <a:spcBef>
                <a:spcPts val="450"/>
              </a:spcBef>
              <a:spcAft>
                <a:spcPts val="0"/>
              </a:spcAft>
              <a:buClr>
                <a:schemeClr val="dk1"/>
              </a:buClr>
              <a:buSzPts val="1800"/>
              <a:buChar char="•"/>
              <a:defRPr/>
            </a:lvl8pPr>
            <a:lvl9pPr indent="-342900" lvl="8" marL="4114800" rtl="0" algn="l">
              <a:lnSpc>
                <a:spcPct val="90000"/>
              </a:lnSpc>
              <a:spcBef>
                <a:spcPts val="450"/>
              </a:spcBef>
              <a:spcAft>
                <a:spcPts val="0"/>
              </a:spcAft>
              <a:buClr>
                <a:schemeClr val="dk1"/>
              </a:buClr>
              <a:buSzPts val="1800"/>
              <a:buChar char="•"/>
              <a:defRPr/>
            </a:lvl9pPr>
          </a:lstStyle>
          <a:p/>
        </p:txBody>
      </p:sp>
      <p:sp>
        <p:nvSpPr>
          <p:cNvPr id="168" name="Google Shape;168;p28"/>
          <p:cNvSpPr txBox="1"/>
          <p:nvPr>
            <p:ph idx="2" type="body"/>
          </p:nvPr>
        </p:nvSpPr>
        <p:spPr>
          <a:xfrm>
            <a:off x="5554980" y="1643062"/>
            <a:ext cx="4903500" cy="40149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900"/>
              </a:spcBef>
              <a:spcAft>
                <a:spcPts val="0"/>
              </a:spcAft>
              <a:buSzPts val="1800"/>
              <a:buChar char="•"/>
              <a:defRPr/>
            </a:lvl1pPr>
            <a:lvl2pPr indent="-342900" lvl="1" marL="914400" rtl="0" algn="l">
              <a:lnSpc>
                <a:spcPct val="90000"/>
              </a:lnSpc>
              <a:spcBef>
                <a:spcPts val="450"/>
              </a:spcBef>
              <a:spcAft>
                <a:spcPts val="0"/>
              </a:spcAft>
              <a:buSzPts val="1800"/>
              <a:buChar char="•"/>
              <a:defRPr/>
            </a:lvl2pPr>
            <a:lvl3pPr indent="-342900" lvl="2" marL="1371600" rtl="0" algn="l">
              <a:lnSpc>
                <a:spcPct val="90000"/>
              </a:lnSpc>
              <a:spcBef>
                <a:spcPts val="450"/>
              </a:spcBef>
              <a:spcAft>
                <a:spcPts val="0"/>
              </a:spcAft>
              <a:buSzPts val="1800"/>
              <a:buChar char="•"/>
              <a:defRPr/>
            </a:lvl3pPr>
            <a:lvl4pPr indent="-342900" lvl="3" marL="1828800" rtl="0" algn="l">
              <a:lnSpc>
                <a:spcPct val="90000"/>
              </a:lnSpc>
              <a:spcBef>
                <a:spcPts val="450"/>
              </a:spcBef>
              <a:spcAft>
                <a:spcPts val="0"/>
              </a:spcAft>
              <a:buSzPts val="1800"/>
              <a:buChar char="•"/>
              <a:defRPr/>
            </a:lvl4pPr>
            <a:lvl5pPr indent="-342900" lvl="4" marL="2286000" rtl="0" algn="l">
              <a:lnSpc>
                <a:spcPct val="90000"/>
              </a:lnSpc>
              <a:spcBef>
                <a:spcPts val="450"/>
              </a:spcBef>
              <a:spcAft>
                <a:spcPts val="0"/>
              </a:spcAft>
              <a:buSzPts val="1800"/>
              <a:buChar char="•"/>
              <a:defRPr/>
            </a:lvl5pPr>
            <a:lvl6pPr indent="-342900" lvl="5" marL="2743200" rtl="0" algn="l">
              <a:lnSpc>
                <a:spcPct val="90000"/>
              </a:lnSpc>
              <a:spcBef>
                <a:spcPts val="450"/>
              </a:spcBef>
              <a:spcAft>
                <a:spcPts val="0"/>
              </a:spcAft>
              <a:buClr>
                <a:schemeClr val="dk1"/>
              </a:buClr>
              <a:buSzPts val="1800"/>
              <a:buChar char="•"/>
              <a:defRPr/>
            </a:lvl6pPr>
            <a:lvl7pPr indent="-342900" lvl="6" marL="3200400" rtl="0" algn="l">
              <a:lnSpc>
                <a:spcPct val="90000"/>
              </a:lnSpc>
              <a:spcBef>
                <a:spcPts val="450"/>
              </a:spcBef>
              <a:spcAft>
                <a:spcPts val="0"/>
              </a:spcAft>
              <a:buClr>
                <a:schemeClr val="dk1"/>
              </a:buClr>
              <a:buSzPts val="1800"/>
              <a:buChar char="•"/>
              <a:defRPr/>
            </a:lvl7pPr>
            <a:lvl8pPr indent="-342900" lvl="7" marL="3657600" rtl="0" algn="l">
              <a:lnSpc>
                <a:spcPct val="90000"/>
              </a:lnSpc>
              <a:spcBef>
                <a:spcPts val="450"/>
              </a:spcBef>
              <a:spcAft>
                <a:spcPts val="0"/>
              </a:spcAft>
              <a:buClr>
                <a:schemeClr val="dk1"/>
              </a:buClr>
              <a:buSzPts val="1800"/>
              <a:buChar char="•"/>
              <a:defRPr/>
            </a:lvl8pPr>
            <a:lvl9pPr indent="-342900" lvl="8" marL="4114800" rtl="0" algn="l">
              <a:lnSpc>
                <a:spcPct val="90000"/>
              </a:lnSpc>
              <a:spcBef>
                <a:spcPts val="450"/>
              </a:spcBef>
              <a:spcAft>
                <a:spcPts val="0"/>
              </a:spcAft>
              <a:buClr>
                <a:schemeClr val="dk1"/>
              </a:buClr>
              <a:buSzPts val="1800"/>
              <a:buChar char="•"/>
              <a:defRPr/>
            </a:lvl9pPr>
          </a:lstStyle>
          <a:p/>
        </p:txBody>
      </p:sp>
      <p:sp>
        <p:nvSpPr>
          <p:cNvPr id="169" name="Google Shape;169;p28"/>
          <p:cNvSpPr txBox="1"/>
          <p:nvPr/>
        </p:nvSpPr>
        <p:spPr>
          <a:xfrm>
            <a:off x="7989570" y="5720715"/>
            <a:ext cx="2469000" cy="328500"/>
          </a:xfrm>
          <a:prstGeom prst="rect">
            <a:avLst/>
          </a:prstGeom>
          <a:noFill/>
          <a:ln>
            <a:noFill/>
          </a:ln>
        </p:spPr>
        <p:txBody>
          <a:bodyPr anchorCtr="0" anchor="ctr" bIns="41125" lIns="82275" spcFirstLastPara="1" rIns="82275" wrap="square" tIns="41125">
            <a:noAutofit/>
          </a:bodyPr>
          <a:lstStyle/>
          <a:p>
            <a:pPr indent="0" lvl="0" marL="0" marR="0" rtl="0" algn="r">
              <a:spcBef>
                <a:spcPts val="0"/>
              </a:spcBef>
              <a:spcAft>
                <a:spcPts val="0"/>
              </a:spcAft>
              <a:buNone/>
            </a:pPr>
            <a:fld id="{00000000-1234-1234-1234-123412341234}" type="slidenum">
              <a:rPr b="1" i="0" lang="en-US" sz="900">
                <a:solidFill>
                  <a:schemeClr val="lt1"/>
                </a:solidFill>
                <a:latin typeface="Arial"/>
                <a:ea typeface="Arial"/>
                <a:cs typeface="Arial"/>
                <a:sym typeface="Arial"/>
              </a:rPr>
              <a:t>‹#›</a:t>
            </a:fld>
            <a:endParaRPr b="1" i="0" sz="900">
              <a:solidFill>
                <a:schemeClr val="lt1"/>
              </a:solidFill>
              <a:latin typeface="Arial"/>
              <a:ea typeface="Arial"/>
              <a:cs typeface="Arial"/>
              <a:sym typeface="Arial"/>
            </a:endParaRPr>
          </a:p>
        </p:txBody>
      </p:sp>
    </p:spTree>
  </p:cSld>
  <p:clrMapOvr>
    <a:masterClrMapping/>
  </p:clrMapOvr>
  <p:extLst>
    <p:ext uri="{DCECCB84-F9BA-43D5-87BE-67443E8EF086}">
      <p15:sldGuideLst>
        <p15:guide id="1" pos="360">
          <p15:clr>
            <a:srgbClr val="FBAE40"/>
          </p15:clr>
        </p15:guide>
        <p15:guide id="2" pos="7320">
          <p15:clr>
            <a:srgbClr val="FBAE40"/>
          </p15:clr>
        </p15:guide>
        <p15:guide id="3" orient="horz" pos="360">
          <p15:clr>
            <a:srgbClr val="FBAE40"/>
          </p15:clr>
        </p15:guide>
        <p15:guide id="4" orient="horz" pos="396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and Title - Logo">
  <p:cSld name="Two Column and Title - Logo">
    <p:spTree>
      <p:nvGrpSpPr>
        <p:cNvPr id="170" name="Shape 170"/>
        <p:cNvGrpSpPr/>
        <p:nvPr/>
      </p:nvGrpSpPr>
      <p:grpSpPr>
        <a:xfrm>
          <a:off x="0" y="0"/>
          <a:ext cx="0" cy="0"/>
          <a:chOff x="0" y="0"/>
          <a:chExt cx="0" cy="0"/>
        </a:xfrm>
      </p:grpSpPr>
      <p:sp>
        <p:nvSpPr>
          <p:cNvPr id="171" name="Google Shape;171;p29"/>
          <p:cNvSpPr txBox="1"/>
          <p:nvPr>
            <p:ph type="title"/>
          </p:nvPr>
        </p:nvSpPr>
        <p:spPr>
          <a:xfrm>
            <a:off x="514350" y="514350"/>
            <a:ext cx="9944100" cy="1007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2" name="Google Shape;172;p29"/>
          <p:cNvSpPr txBox="1"/>
          <p:nvPr>
            <p:ph idx="1" type="body"/>
          </p:nvPr>
        </p:nvSpPr>
        <p:spPr>
          <a:xfrm>
            <a:off x="514350" y="1859890"/>
            <a:ext cx="4883400" cy="379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900"/>
              </a:spcBef>
              <a:spcAft>
                <a:spcPts val="0"/>
              </a:spcAft>
              <a:buSzPts val="1800"/>
              <a:buChar char="•"/>
              <a:defRPr/>
            </a:lvl1pPr>
            <a:lvl2pPr indent="-342900" lvl="1" marL="914400" rtl="0" algn="l">
              <a:lnSpc>
                <a:spcPct val="90000"/>
              </a:lnSpc>
              <a:spcBef>
                <a:spcPts val="450"/>
              </a:spcBef>
              <a:spcAft>
                <a:spcPts val="0"/>
              </a:spcAft>
              <a:buSzPts val="1800"/>
              <a:buChar char="•"/>
              <a:defRPr/>
            </a:lvl2pPr>
            <a:lvl3pPr indent="-342900" lvl="2" marL="1371600" rtl="0" algn="l">
              <a:lnSpc>
                <a:spcPct val="90000"/>
              </a:lnSpc>
              <a:spcBef>
                <a:spcPts val="450"/>
              </a:spcBef>
              <a:spcAft>
                <a:spcPts val="0"/>
              </a:spcAft>
              <a:buSzPts val="1800"/>
              <a:buChar char="•"/>
              <a:defRPr/>
            </a:lvl3pPr>
            <a:lvl4pPr indent="-342900" lvl="3" marL="1828800" rtl="0" algn="l">
              <a:lnSpc>
                <a:spcPct val="90000"/>
              </a:lnSpc>
              <a:spcBef>
                <a:spcPts val="450"/>
              </a:spcBef>
              <a:spcAft>
                <a:spcPts val="0"/>
              </a:spcAft>
              <a:buSzPts val="1800"/>
              <a:buChar char="•"/>
              <a:defRPr/>
            </a:lvl4pPr>
            <a:lvl5pPr indent="-342900" lvl="4" marL="2286000" rtl="0" algn="l">
              <a:lnSpc>
                <a:spcPct val="90000"/>
              </a:lnSpc>
              <a:spcBef>
                <a:spcPts val="450"/>
              </a:spcBef>
              <a:spcAft>
                <a:spcPts val="0"/>
              </a:spcAft>
              <a:buSzPts val="1800"/>
              <a:buChar char="•"/>
              <a:defRPr/>
            </a:lvl5pPr>
            <a:lvl6pPr indent="-342900" lvl="5" marL="2743200" rtl="0" algn="l">
              <a:lnSpc>
                <a:spcPct val="90000"/>
              </a:lnSpc>
              <a:spcBef>
                <a:spcPts val="450"/>
              </a:spcBef>
              <a:spcAft>
                <a:spcPts val="0"/>
              </a:spcAft>
              <a:buClr>
                <a:schemeClr val="dk1"/>
              </a:buClr>
              <a:buSzPts val="1800"/>
              <a:buChar char="•"/>
              <a:defRPr/>
            </a:lvl6pPr>
            <a:lvl7pPr indent="-342900" lvl="6" marL="3200400" rtl="0" algn="l">
              <a:lnSpc>
                <a:spcPct val="90000"/>
              </a:lnSpc>
              <a:spcBef>
                <a:spcPts val="450"/>
              </a:spcBef>
              <a:spcAft>
                <a:spcPts val="0"/>
              </a:spcAft>
              <a:buClr>
                <a:schemeClr val="dk1"/>
              </a:buClr>
              <a:buSzPts val="1800"/>
              <a:buChar char="•"/>
              <a:defRPr/>
            </a:lvl7pPr>
            <a:lvl8pPr indent="-342900" lvl="7" marL="3657600" rtl="0" algn="l">
              <a:lnSpc>
                <a:spcPct val="90000"/>
              </a:lnSpc>
              <a:spcBef>
                <a:spcPts val="450"/>
              </a:spcBef>
              <a:spcAft>
                <a:spcPts val="0"/>
              </a:spcAft>
              <a:buClr>
                <a:schemeClr val="dk1"/>
              </a:buClr>
              <a:buSzPts val="1800"/>
              <a:buChar char="•"/>
              <a:defRPr/>
            </a:lvl8pPr>
            <a:lvl9pPr indent="-342900" lvl="8" marL="4114800" rtl="0" algn="l">
              <a:lnSpc>
                <a:spcPct val="90000"/>
              </a:lnSpc>
              <a:spcBef>
                <a:spcPts val="450"/>
              </a:spcBef>
              <a:spcAft>
                <a:spcPts val="0"/>
              </a:spcAft>
              <a:buClr>
                <a:schemeClr val="dk1"/>
              </a:buClr>
              <a:buSzPts val="1800"/>
              <a:buChar char="•"/>
              <a:defRPr/>
            </a:lvl9pPr>
          </a:lstStyle>
          <a:p/>
        </p:txBody>
      </p:sp>
      <p:sp>
        <p:nvSpPr>
          <p:cNvPr id="173" name="Google Shape;173;p29"/>
          <p:cNvSpPr txBox="1"/>
          <p:nvPr>
            <p:ph idx="2" type="body"/>
          </p:nvPr>
        </p:nvSpPr>
        <p:spPr>
          <a:xfrm>
            <a:off x="5554980" y="1859890"/>
            <a:ext cx="4903500" cy="379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900"/>
              </a:spcBef>
              <a:spcAft>
                <a:spcPts val="0"/>
              </a:spcAft>
              <a:buSzPts val="1800"/>
              <a:buChar char="•"/>
              <a:defRPr/>
            </a:lvl1pPr>
            <a:lvl2pPr indent="-342900" lvl="1" marL="914400" rtl="0" algn="l">
              <a:lnSpc>
                <a:spcPct val="90000"/>
              </a:lnSpc>
              <a:spcBef>
                <a:spcPts val="450"/>
              </a:spcBef>
              <a:spcAft>
                <a:spcPts val="0"/>
              </a:spcAft>
              <a:buSzPts val="1800"/>
              <a:buChar char="•"/>
              <a:defRPr/>
            </a:lvl2pPr>
            <a:lvl3pPr indent="-342900" lvl="2" marL="1371600" rtl="0" algn="l">
              <a:lnSpc>
                <a:spcPct val="90000"/>
              </a:lnSpc>
              <a:spcBef>
                <a:spcPts val="450"/>
              </a:spcBef>
              <a:spcAft>
                <a:spcPts val="0"/>
              </a:spcAft>
              <a:buSzPts val="1800"/>
              <a:buChar char="•"/>
              <a:defRPr/>
            </a:lvl3pPr>
            <a:lvl4pPr indent="-342900" lvl="3" marL="1828800" rtl="0" algn="l">
              <a:lnSpc>
                <a:spcPct val="90000"/>
              </a:lnSpc>
              <a:spcBef>
                <a:spcPts val="450"/>
              </a:spcBef>
              <a:spcAft>
                <a:spcPts val="0"/>
              </a:spcAft>
              <a:buSzPts val="1800"/>
              <a:buChar char="•"/>
              <a:defRPr/>
            </a:lvl4pPr>
            <a:lvl5pPr indent="-342900" lvl="4" marL="2286000" rtl="0" algn="l">
              <a:lnSpc>
                <a:spcPct val="90000"/>
              </a:lnSpc>
              <a:spcBef>
                <a:spcPts val="450"/>
              </a:spcBef>
              <a:spcAft>
                <a:spcPts val="0"/>
              </a:spcAft>
              <a:buSzPts val="1800"/>
              <a:buChar char="•"/>
              <a:defRPr/>
            </a:lvl5pPr>
            <a:lvl6pPr indent="-342900" lvl="5" marL="2743200" rtl="0" algn="l">
              <a:lnSpc>
                <a:spcPct val="90000"/>
              </a:lnSpc>
              <a:spcBef>
                <a:spcPts val="450"/>
              </a:spcBef>
              <a:spcAft>
                <a:spcPts val="0"/>
              </a:spcAft>
              <a:buClr>
                <a:schemeClr val="dk1"/>
              </a:buClr>
              <a:buSzPts val="1800"/>
              <a:buChar char="•"/>
              <a:defRPr/>
            </a:lvl6pPr>
            <a:lvl7pPr indent="-342900" lvl="6" marL="3200400" rtl="0" algn="l">
              <a:lnSpc>
                <a:spcPct val="90000"/>
              </a:lnSpc>
              <a:spcBef>
                <a:spcPts val="450"/>
              </a:spcBef>
              <a:spcAft>
                <a:spcPts val="0"/>
              </a:spcAft>
              <a:buClr>
                <a:schemeClr val="dk1"/>
              </a:buClr>
              <a:buSzPts val="1800"/>
              <a:buChar char="•"/>
              <a:defRPr/>
            </a:lvl7pPr>
            <a:lvl8pPr indent="-342900" lvl="7" marL="3657600" rtl="0" algn="l">
              <a:lnSpc>
                <a:spcPct val="90000"/>
              </a:lnSpc>
              <a:spcBef>
                <a:spcPts val="450"/>
              </a:spcBef>
              <a:spcAft>
                <a:spcPts val="0"/>
              </a:spcAft>
              <a:buClr>
                <a:schemeClr val="dk1"/>
              </a:buClr>
              <a:buSzPts val="1800"/>
              <a:buChar char="•"/>
              <a:defRPr/>
            </a:lvl8pPr>
            <a:lvl9pPr indent="-342900" lvl="8" marL="4114800" rtl="0" algn="l">
              <a:lnSpc>
                <a:spcPct val="90000"/>
              </a:lnSpc>
              <a:spcBef>
                <a:spcPts val="450"/>
              </a:spcBef>
              <a:spcAft>
                <a:spcPts val="0"/>
              </a:spcAft>
              <a:buClr>
                <a:schemeClr val="dk1"/>
              </a:buClr>
              <a:buSzPts val="1800"/>
              <a:buChar char="•"/>
              <a:defRPr/>
            </a:lvl9pPr>
          </a:lstStyle>
          <a:p/>
        </p:txBody>
      </p:sp>
      <p:pic>
        <p:nvPicPr>
          <p:cNvPr id="174" name="Google Shape;174;p29"/>
          <p:cNvPicPr preferRelativeResize="0"/>
          <p:nvPr/>
        </p:nvPicPr>
        <p:blipFill rotWithShape="1">
          <a:blip r:embed="rId2">
            <a:alphaModFix/>
          </a:blip>
          <a:srcRect b="0" l="0" r="0" t="0"/>
          <a:stretch/>
        </p:blipFill>
        <p:spPr>
          <a:xfrm>
            <a:off x="514351" y="5398170"/>
            <a:ext cx="567015" cy="486851"/>
          </a:xfrm>
          <a:prstGeom prst="rect">
            <a:avLst/>
          </a:prstGeom>
          <a:noFill/>
          <a:ln>
            <a:noFill/>
          </a:ln>
        </p:spPr>
      </p:pic>
      <p:sp>
        <p:nvSpPr>
          <p:cNvPr id="175" name="Google Shape;175;p29"/>
          <p:cNvSpPr txBox="1"/>
          <p:nvPr/>
        </p:nvSpPr>
        <p:spPr>
          <a:xfrm>
            <a:off x="7989570" y="5720715"/>
            <a:ext cx="2469000" cy="328500"/>
          </a:xfrm>
          <a:prstGeom prst="rect">
            <a:avLst/>
          </a:prstGeom>
          <a:noFill/>
          <a:ln>
            <a:noFill/>
          </a:ln>
        </p:spPr>
        <p:txBody>
          <a:bodyPr anchorCtr="0" anchor="ctr" bIns="41125" lIns="82275" spcFirstLastPara="1" rIns="82275" wrap="square" tIns="41125">
            <a:noAutofit/>
          </a:bodyPr>
          <a:lstStyle/>
          <a:p>
            <a:pPr indent="0" lvl="0" marL="0" marR="0" rtl="0" algn="r">
              <a:spcBef>
                <a:spcPts val="0"/>
              </a:spcBef>
              <a:spcAft>
                <a:spcPts val="0"/>
              </a:spcAft>
              <a:buNone/>
            </a:pPr>
            <a:fld id="{00000000-1234-1234-1234-123412341234}" type="slidenum">
              <a:rPr b="1" i="0" lang="en-US" sz="900">
                <a:solidFill>
                  <a:schemeClr val="lt1"/>
                </a:solidFill>
                <a:latin typeface="Arial"/>
                <a:ea typeface="Arial"/>
                <a:cs typeface="Arial"/>
                <a:sym typeface="Arial"/>
              </a:rPr>
              <a:t>‹#›</a:t>
            </a:fld>
            <a:endParaRPr b="1" i="0" sz="900">
              <a:solidFill>
                <a:schemeClr val="lt1"/>
              </a:solidFill>
              <a:latin typeface="Arial"/>
              <a:ea typeface="Arial"/>
              <a:cs typeface="Arial"/>
              <a:sym typeface="Arial"/>
            </a:endParaRPr>
          </a:p>
        </p:txBody>
      </p:sp>
      <p:sp>
        <p:nvSpPr>
          <p:cNvPr id="176" name="Google Shape;176;p29"/>
          <p:cNvSpPr txBox="1"/>
          <p:nvPr>
            <p:ph idx="3" type="body"/>
          </p:nvPr>
        </p:nvSpPr>
        <p:spPr>
          <a:xfrm>
            <a:off x="514350" y="1283818"/>
            <a:ext cx="4883400" cy="415500"/>
          </a:xfrm>
          <a:prstGeom prst="rect">
            <a:avLst/>
          </a:prstGeom>
          <a:noFill/>
          <a:ln>
            <a:noFill/>
          </a:ln>
        </p:spPr>
        <p:txBody>
          <a:bodyPr anchorCtr="0" anchor="b" bIns="45700" lIns="91425" spcFirstLastPara="1" rIns="91425" wrap="square" tIns="45700">
            <a:normAutofit/>
          </a:bodyPr>
          <a:lstStyle>
            <a:lvl1pPr indent="-228600" lvl="0" marL="457200" rtl="0" algn="l">
              <a:lnSpc>
                <a:spcPct val="90000"/>
              </a:lnSpc>
              <a:spcBef>
                <a:spcPts val="900"/>
              </a:spcBef>
              <a:spcAft>
                <a:spcPts val="0"/>
              </a:spcAft>
              <a:buSzPts val="1800"/>
              <a:buNone/>
              <a:defRPr b="1" i="0" sz="1800">
                <a:solidFill>
                  <a:schemeClr val="lt1"/>
                </a:solidFill>
                <a:latin typeface="Arial"/>
                <a:ea typeface="Arial"/>
                <a:cs typeface="Arial"/>
                <a:sym typeface="Arial"/>
              </a:defRPr>
            </a:lvl1pPr>
            <a:lvl2pPr indent="-228600" lvl="1" marL="914400" rtl="0" algn="l">
              <a:lnSpc>
                <a:spcPct val="90000"/>
              </a:lnSpc>
              <a:spcBef>
                <a:spcPts val="450"/>
              </a:spcBef>
              <a:spcAft>
                <a:spcPts val="0"/>
              </a:spcAft>
              <a:buSzPts val="1800"/>
              <a:buNone/>
              <a:defRPr b="1" sz="1800"/>
            </a:lvl2pPr>
            <a:lvl3pPr indent="-228600" lvl="2" marL="1371600" rtl="0" algn="l">
              <a:lnSpc>
                <a:spcPct val="90000"/>
              </a:lnSpc>
              <a:spcBef>
                <a:spcPts val="450"/>
              </a:spcBef>
              <a:spcAft>
                <a:spcPts val="0"/>
              </a:spcAft>
              <a:buSzPts val="1620"/>
              <a:buNone/>
              <a:defRPr b="1" sz="1620"/>
            </a:lvl3pPr>
            <a:lvl4pPr indent="-228600" lvl="3" marL="1828800" rtl="0" algn="l">
              <a:lnSpc>
                <a:spcPct val="90000"/>
              </a:lnSpc>
              <a:spcBef>
                <a:spcPts val="450"/>
              </a:spcBef>
              <a:spcAft>
                <a:spcPts val="0"/>
              </a:spcAft>
              <a:buSzPts val="1440"/>
              <a:buNone/>
              <a:defRPr b="1" sz="1440"/>
            </a:lvl4pPr>
            <a:lvl5pPr indent="-228600" lvl="4" marL="2286000" rtl="0" algn="l">
              <a:lnSpc>
                <a:spcPct val="90000"/>
              </a:lnSpc>
              <a:spcBef>
                <a:spcPts val="450"/>
              </a:spcBef>
              <a:spcAft>
                <a:spcPts val="0"/>
              </a:spcAft>
              <a:buSzPts val="1440"/>
              <a:buNone/>
              <a:defRPr b="1" sz="1440"/>
            </a:lvl5pPr>
            <a:lvl6pPr indent="-228600" lvl="5" marL="2743200" rtl="0" algn="l">
              <a:lnSpc>
                <a:spcPct val="90000"/>
              </a:lnSpc>
              <a:spcBef>
                <a:spcPts val="450"/>
              </a:spcBef>
              <a:spcAft>
                <a:spcPts val="0"/>
              </a:spcAft>
              <a:buClr>
                <a:schemeClr val="dk1"/>
              </a:buClr>
              <a:buSzPts val="1440"/>
              <a:buNone/>
              <a:defRPr b="1" sz="1440"/>
            </a:lvl6pPr>
            <a:lvl7pPr indent="-228600" lvl="6" marL="3200400" rtl="0" algn="l">
              <a:lnSpc>
                <a:spcPct val="90000"/>
              </a:lnSpc>
              <a:spcBef>
                <a:spcPts val="450"/>
              </a:spcBef>
              <a:spcAft>
                <a:spcPts val="0"/>
              </a:spcAft>
              <a:buClr>
                <a:schemeClr val="dk1"/>
              </a:buClr>
              <a:buSzPts val="1440"/>
              <a:buNone/>
              <a:defRPr b="1" sz="1440"/>
            </a:lvl7pPr>
            <a:lvl8pPr indent="-228600" lvl="7" marL="3657600" rtl="0" algn="l">
              <a:lnSpc>
                <a:spcPct val="90000"/>
              </a:lnSpc>
              <a:spcBef>
                <a:spcPts val="450"/>
              </a:spcBef>
              <a:spcAft>
                <a:spcPts val="0"/>
              </a:spcAft>
              <a:buClr>
                <a:schemeClr val="dk1"/>
              </a:buClr>
              <a:buSzPts val="1440"/>
              <a:buNone/>
              <a:defRPr b="1" sz="1440"/>
            </a:lvl8pPr>
            <a:lvl9pPr indent="-228600" lvl="8" marL="4114800" rtl="0" algn="l">
              <a:lnSpc>
                <a:spcPct val="90000"/>
              </a:lnSpc>
              <a:spcBef>
                <a:spcPts val="450"/>
              </a:spcBef>
              <a:spcAft>
                <a:spcPts val="0"/>
              </a:spcAft>
              <a:buClr>
                <a:schemeClr val="dk1"/>
              </a:buClr>
              <a:buSzPts val="1440"/>
              <a:buNone/>
              <a:defRPr b="1" sz="1440"/>
            </a:lvl9pPr>
          </a:lstStyle>
          <a:p/>
        </p:txBody>
      </p:sp>
      <p:sp>
        <p:nvSpPr>
          <p:cNvPr id="177" name="Google Shape;177;p29"/>
          <p:cNvSpPr txBox="1"/>
          <p:nvPr>
            <p:ph idx="4" type="body"/>
          </p:nvPr>
        </p:nvSpPr>
        <p:spPr>
          <a:xfrm>
            <a:off x="5554980" y="1283817"/>
            <a:ext cx="4903500" cy="415500"/>
          </a:xfrm>
          <a:prstGeom prst="rect">
            <a:avLst/>
          </a:prstGeom>
          <a:noFill/>
          <a:ln>
            <a:noFill/>
          </a:ln>
        </p:spPr>
        <p:txBody>
          <a:bodyPr anchorCtr="0" anchor="b" bIns="45700" lIns="91425" spcFirstLastPara="1" rIns="91425" wrap="square" tIns="45700">
            <a:normAutofit/>
          </a:bodyPr>
          <a:lstStyle>
            <a:lvl1pPr indent="-228600" lvl="0" marL="457200" rtl="0" algn="l">
              <a:lnSpc>
                <a:spcPct val="90000"/>
              </a:lnSpc>
              <a:spcBef>
                <a:spcPts val="900"/>
              </a:spcBef>
              <a:spcAft>
                <a:spcPts val="0"/>
              </a:spcAft>
              <a:buSzPts val="1800"/>
              <a:buNone/>
              <a:defRPr b="1" i="0" sz="1800">
                <a:solidFill>
                  <a:schemeClr val="lt1"/>
                </a:solidFill>
                <a:latin typeface="Arial"/>
                <a:ea typeface="Arial"/>
                <a:cs typeface="Arial"/>
                <a:sym typeface="Arial"/>
              </a:defRPr>
            </a:lvl1pPr>
            <a:lvl2pPr indent="-228600" lvl="1" marL="914400" rtl="0" algn="l">
              <a:lnSpc>
                <a:spcPct val="90000"/>
              </a:lnSpc>
              <a:spcBef>
                <a:spcPts val="450"/>
              </a:spcBef>
              <a:spcAft>
                <a:spcPts val="0"/>
              </a:spcAft>
              <a:buSzPts val="1800"/>
              <a:buNone/>
              <a:defRPr b="1" sz="1800"/>
            </a:lvl2pPr>
            <a:lvl3pPr indent="-228600" lvl="2" marL="1371600" rtl="0" algn="l">
              <a:lnSpc>
                <a:spcPct val="90000"/>
              </a:lnSpc>
              <a:spcBef>
                <a:spcPts val="450"/>
              </a:spcBef>
              <a:spcAft>
                <a:spcPts val="0"/>
              </a:spcAft>
              <a:buSzPts val="1620"/>
              <a:buNone/>
              <a:defRPr b="1" sz="1620"/>
            </a:lvl3pPr>
            <a:lvl4pPr indent="-228600" lvl="3" marL="1828800" rtl="0" algn="l">
              <a:lnSpc>
                <a:spcPct val="90000"/>
              </a:lnSpc>
              <a:spcBef>
                <a:spcPts val="450"/>
              </a:spcBef>
              <a:spcAft>
                <a:spcPts val="0"/>
              </a:spcAft>
              <a:buSzPts val="1440"/>
              <a:buNone/>
              <a:defRPr b="1" sz="1440"/>
            </a:lvl4pPr>
            <a:lvl5pPr indent="-228600" lvl="4" marL="2286000" rtl="0" algn="l">
              <a:lnSpc>
                <a:spcPct val="90000"/>
              </a:lnSpc>
              <a:spcBef>
                <a:spcPts val="450"/>
              </a:spcBef>
              <a:spcAft>
                <a:spcPts val="0"/>
              </a:spcAft>
              <a:buSzPts val="1440"/>
              <a:buNone/>
              <a:defRPr b="1" sz="1440"/>
            </a:lvl5pPr>
            <a:lvl6pPr indent="-228600" lvl="5" marL="2743200" rtl="0" algn="l">
              <a:lnSpc>
                <a:spcPct val="90000"/>
              </a:lnSpc>
              <a:spcBef>
                <a:spcPts val="450"/>
              </a:spcBef>
              <a:spcAft>
                <a:spcPts val="0"/>
              </a:spcAft>
              <a:buClr>
                <a:schemeClr val="dk1"/>
              </a:buClr>
              <a:buSzPts val="1440"/>
              <a:buNone/>
              <a:defRPr b="1" sz="1440"/>
            </a:lvl6pPr>
            <a:lvl7pPr indent="-228600" lvl="6" marL="3200400" rtl="0" algn="l">
              <a:lnSpc>
                <a:spcPct val="90000"/>
              </a:lnSpc>
              <a:spcBef>
                <a:spcPts val="450"/>
              </a:spcBef>
              <a:spcAft>
                <a:spcPts val="0"/>
              </a:spcAft>
              <a:buClr>
                <a:schemeClr val="dk1"/>
              </a:buClr>
              <a:buSzPts val="1440"/>
              <a:buNone/>
              <a:defRPr b="1" sz="1440"/>
            </a:lvl7pPr>
            <a:lvl8pPr indent="-228600" lvl="7" marL="3657600" rtl="0" algn="l">
              <a:lnSpc>
                <a:spcPct val="90000"/>
              </a:lnSpc>
              <a:spcBef>
                <a:spcPts val="450"/>
              </a:spcBef>
              <a:spcAft>
                <a:spcPts val="0"/>
              </a:spcAft>
              <a:buClr>
                <a:schemeClr val="dk1"/>
              </a:buClr>
              <a:buSzPts val="1440"/>
              <a:buNone/>
              <a:defRPr b="1" sz="1440"/>
            </a:lvl8pPr>
            <a:lvl9pPr indent="-228600" lvl="8" marL="4114800" rtl="0" algn="l">
              <a:lnSpc>
                <a:spcPct val="90000"/>
              </a:lnSpc>
              <a:spcBef>
                <a:spcPts val="450"/>
              </a:spcBef>
              <a:spcAft>
                <a:spcPts val="0"/>
              </a:spcAft>
              <a:buClr>
                <a:schemeClr val="dk1"/>
              </a:buClr>
              <a:buSzPts val="1440"/>
              <a:buNone/>
              <a:defRPr b="1" sz="1440"/>
            </a:lvl9pPr>
          </a:lstStyle>
          <a:p/>
        </p:txBody>
      </p:sp>
    </p:spTree>
  </p:cSld>
  <p:clrMapOvr>
    <a:masterClrMapping/>
  </p:clrMapOvr>
  <p:extLst>
    <p:ext uri="{DCECCB84-F9BA-43D5-87BE-67443E8EF086}">
      <p15:sldGuideLst>
        <p15:guide id="1" pos="360">
          <p15:clr>
            <a:srgbClr val="FBAE40"/>
          </p15:clr>
        </p15:guide>
        <p15:guide id="2" pos="7320">
          <p15:clr>
            <a:srgbClr val="FBAE40"/>
          </p15:clr>
        </p15:guide>
        <p15:guide id="3" orient="horz" pos="360">
          <p15:clr>
            <a:srgbClr val="FBAE40"/>
          </p15:clr>
        </p15:guide>
        <p15:guide id="4" orient="horz" pos="396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and Title - No Logo">
  <p:cSld name="Two Column and Title - No Logo">
    <p:spTree>
      <p:nvGrpSpPr>
        <p:cNvPr id="178" name="Shape 178"/>
        <p:cNvGrpSpPr/>
        <p:nvPr/>
      </p:nvGrpSpPr>
      <p:grpSpPr>
        <a:xfrm>
          <a:off x="0" y="0"/>
          <a:ext cx="0" cy="0"/>
          <a:chOff x="0" y="0"/>
          <a:chExt cx="0" cy="0"/>
        </a:xfrm>
      </p:grpSpPr>
      <p:sp>
        <p:nvSpPr>
          <p:cNvPr id="179" name="Google Shape;179;p30"/>
          <p:cNvSpPr txBox="1"/>
          <p:nvPr>
            <p:ph type="title"/>
          </p:nvPr>
        </p:nvSpPr>
        <p:spPr>
          <a:xfrm>
            <a:off x="514350" y="514350"/>
            <a:ext cx="9944100" cy="1007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0" name="Google Shape;180;p30"/>
          <p:cNvSpPr txBox="1"/>
          <p:nvPr/>
        </p:nvSpPr>
        <p:spPr>
          <a:xfrm>
            <a:off x="7989570" y="5720715"/>
            <a:ext cx="2469000" cy="328500"/>
          </a:xfrm>
          <a:prstGeom prst="rect">
            <a:avLst/>
          </a:prstGeom>
          <a:noFill/>
          <a:ln>
            <a:noFill/>
          </a:ln>
        </p:spPr>
        <p:txBody>
          <a:bodyPr anchorCtr="0" anchor="ctr" bIns="41125" lIns="82275" spcFirstLastPara="1" rIns="82275" wrap="square" tIns="41125">
            <a:noAutofit/>
          </a:bodyPr>
          <a:lstStyle/>
          <a:p>
            <a:pPr indent="0" lvl="0" marL="0" marR="0" rtl="0" algn="r">
              <a:spcBef>
                <a:spcPts val="0"/>
              </a:spcBef>
              <a:spcAft>
                <a:spcPts val="0"/>
              </a:spcAft>
              <a:buNone/>
            </a:pPr>
            <a:fld id="{00000000-1234-1234-1234-123412341234}" type="slidenum">
              <a:rPr b="1" i="0" lang="en-US" sz="900">
                <a:solidFill>
                  <a:schemeClr val="lt1"/>
                </a:solidFill>
                <a:latin typeface="Arial"/>
                <a:ea typeface="Arial"/>
                <a:cs typeface="Arial"/>
                <a:sym typeface="Arial"/>
              </a:rPr>
              <a:t>‹#›</a:t>
            </a:fld>
            <a:endParaRPr b="1" i="0" sz="900">
              <a:solidFill>
                <a:schemeClr val="lt1"/>
              </a:solidFill>
              <a:latin typeface="Arial"/>
              <a:ea typeface="Arial"/>
              <a:cs typeface="Arial"/>
              <a:sym typeface="Arial"/>
            </a:endParaRPr>
          </a:p>
        </p:txBody>
      </p:sp>
      <p:sp>
        <p:nvSpPr>
          <p:cNvPr id="181" name="Google Shape;181;p30"/>
          <p:cNvSpPr txBox="1"/>
          <p:nvPr>
            <p:ph idx="1" type="body"/>
          </p:nvPr>
        </p:nvSpPr>
        <p:spPr>
          <a:xfrm>
            <a:off x="514350" y="1859890"/>
            <a:ext cx="4883400" cy="379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900"/>
              </a:spcBef>
              <a:spcAft>
                <a:spcPts val="0"/>
              </a:spcAft>
              <a:buSzPts val="1800"/>
              <a:buChar char="•"/>
              <a:defRPr/>
            </a:lvl1pPr>
            <a:lvl2pPr indent="-342900" lvl="1" marL="914400" rtl="0" algn="l">
              <a:lnSpc>
                <a:spcPct val="90000"/>
              </a:lnSpc>
              <a:spcBef>
                <a:spcPts val="450"/>
              </a:spcBef>
              <a:spcAft>
                <a:spcPts val="0"/>
              </a:spcAft>
              <a:buSzPts val="1800"/>
              <a:buChar char="•"/>
              <a:defRPr/>
            </a:lvl2pPr>
            <a:lvl3pPr indent="-342900" lvl="2" marL="1371600" rtl="0" algn="l">
              <a:lnSpc>
                <a:spcPct val="90000"/>
              </a:lnSpc>
              <a:spcBef>
                <a:spcPts val="450"/>
              </a:spcBef>
              <a:spcAft>
                <a:spcPts val="0"/>
              </a:spcAft>
              <a:buSzPts val="1800"/>
              <a:buChar char="•"/>
              <a:defRPr/>
            </a:lvl3pPr>
            <a:lvl4pPr indent="-342900" lvl="3" marL="1828800" rtl="0" algn="l">
              <a:lnSpc>
                <a:spcPct val="90000"/>
              </a:lnSpc>
              <a:spcBef>
                <a:spcPts val="450"/>
              </a:spcBef>
              <a:spcAft>
                <a:spcPts val="0"/>
              </a:spcAft>
              <a:buSzPts val="1800"/>
              <a:buChar char="•"/>
              <a:defRPr/>
            </a:lvl4pPr>
            <a:lvl5pPr indent="-342900" lvl="4" marL="2286000" rtl="0" algn="l">
              <a:lnSpc>
                <a:spcPct val="90000"/>
              </a:lnSpc>
              <a:spcBef>
                <a:spcPts val="450"/>
              </a:spcBef>
              <a:spcAft>
                <a:spcPts val="0"/>
              </a:spcAft>
              <a:buSzPts val="1800"/>
              <a:buChar char="•"/>
              <a:defRPr/>
            </a:lvl5pPr>
            <a:lvl6pPr indent="-342900" lvl="5" marL="2743200" rtl="0" algn="l">
              <a:lnSpc>
                <a:spcPct val="90000"/>
              </a:lnSpc>
              <a:spcBef>
                <a:spcPts val="450"/>
              </a:spcBef>
              <a:spcAft>
                <a:spcPts val="0"/>
              </a:spcAft>
              <a:buClr>
                <a:schemeClr val="dk1"/>
              </a:buClr>
              <a:buSzPts val="1800"/>
              <a:buChar char="•"/>
              <a:defRPr/>
            </a:lvl6pPr>
            <a:lvl7pPr indent="-342900" lvl="6" marL="3200400" rtl="0" algn="l">
              <a:lnSpc>
                <a:spcPct val="90000"/>
              </a:lnSpc>
              <a:spcBef>
                <a:spcPts val="450"/>
              </a:spcBef>
              <a:spcAft>
                <a:spcPts val="0"/>
              </a:spcAft>
              <a:buClr>
                <a:schemeClr val="dk1"/>
              </a:buClr>
              <a:buSzPts val="1800"/>
              <a:buChar char="•"/>
              <a:defRPr/>
            </a:lvl7pPr>
            <a:lvl8pPr indent="-342900" lvl="7" marL="3657600" rtl="0" algn="l">
              <a:lnSpc>
                <a:spcPct val="90000"/>
              </a:lnSpc>
              <a:spcBef>
                <a:spcPts val="450"/>
              </a:spcBef>
              <a:spcAft>
                <a:spcPts val="0"/>
              </a:spcAft>
              <a:buClr>
                <a:schemeClr val="dk1"/>
              </a:buClr>
              <a:buSzPts val="1800"/>
              <a:buChar char="•"/>
              <a:defRPr/>
            </a:lvl8pPr>
            <a:lvl9pPr indent="-342900" lvl="8" marL="4114800" rtl="0" algn="l">
              <a:lnSpc>
                <a:spcPct val="90000"/>
              </a:lnSpc>
              <a:spcBef>
                <a:spcPts val="450"/>
              </a:spcBef>
              <a:spcAft>
                <a:spcPts val="0"/>
              </a:spcAft>
              <a:buClr>
                <a:schemeClr val="dk1"/>
              </a:buClr>
              <a:buSzPts val="1800"/>
              <a:buChar char="•"/>
              <a:defRPr/>
            </a:lvl9pPr>
          </a:lstStyle>
          <a:p/>
        </p:txBody>
      </p:sp>
      <p:sp>
        <p:nvSpPr>
          <p:cNvPr id="182" name="Google Shape;182;p30"/>
          <p:cNvSpPr txBox="1"/>
          <p:nvPr>
            <p:ph idx="2" type="body"/>
          </p:nvPr>
        </p:nvSpPr>
        <p:spPr>
          <a:xfrm>
            <a:off x="5554980" y="1859890"/>
            <a:ext cx="4903500" cy="379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900"/>
              </a:spcBef>
              <a:spcAft>
                <a:spcPts val="0"/>
              </a:spcAft>
              <a:buSzPts val="1800"/>
              <a:buChar char="•"/>
              <a:defRPr/>
            </a:lvl1pPr>
            <a:lvl2pPr indent="-342900" lvl="1" marL="914400" rtl="0" algn="l">
              <a:lnSpc>
                <a:spcPct val="90000"/>
              </a:lnSpc>
              <a:spcBef>
                <a:spcPts val="450"/>
              </a:spcBef>
              <a:spcAft>
                <a:spcPts val="0"/>
              </a:spcAft>
              <a:buSzPts val="1800"/>
              <a:buChar char="•"/>
              <a:defRPr/>
            </a:lvl2pPr>
            <a:lvl3pPr indent="-342900" lvl="2" marL="1371600" rtl="0" algn="l">
              <a:lnSpc>
                <a:spcPct val="90000"/>
              </a:lnSpc>
              <a:spcBef>
                <a:spcPts val="450"/>
              </a:spcBef>
              <a:spcAft>
                <a:spcPts val="0"/>
              </a:spcAft>
              <a:buSzPts val="1800"/>
              <a:buChar char="•"/>
              <a:defRPr/>
            </a:lvl3pPr>
            <a:lvl4pPr indent="-342900" lvl="3" marL="1828800" rtl="0" algn="l">
              <a:lnSpc>
                <a:spcPct val="90000"/>
              </a:lnSpc>
              <a:spcBef>
                <a:spcPts val="450"/>
              </a:spcBef>
              <a:spcAft>
                <a:spcPts val="0"/>
              </a:spcAft>
              <a:buSzPts val="1800"/>
              <a:buChar char="•"/>
              <a:defRPr/>
            </a:lvl4pPr>
            <a:lvl5pPr indent="-342900" lvl="4" marL="2286000" rtl="0" algn="l">
              <a:lnSpc>
                <a:spcPct val="90000"/>
              </a:lnSpc>
              <a:spcBef>
                <a:spcPts val="450"/>
              </a:spcBef>
              <a:spcAft>
                <a:spcPts val="0"/>
              </a:spcAft>
              <a:buSzPts val="1800"/>
              <a:buChar char="•"/>
              <a:defRPr/>
            </a:lvl5pPr>
            <a:lvl6pPr indent="-342900" lvl="5" marL="2743200" rtl="0" algn="l">
              <a:lnSpc>
                <a:spcPct val="90000"/>
              </a:lnSpc>
              <a:spcBef>
                <a:spcPts val="450"/>
              </a:spcBef>
              <a:spcAft>
                <a:spcPts val="0"/>
              </a:spcAft>
              <a:buClr>
                <a:schemeClr val="dk1"/>
              </a:buClr>
              <a:buSzPts val="1800"/>
              <a:buChar char="•"/>
              <a:defRPr/>
            </a:lvl6pPr>
            <a:lvl7pPr indent="-342900" lvl="6" marL="3200400" rtl="0" algn="l">
              <a:lnSpc>
                <a:spcPct val="90000"/>
              </a:lnSpc>
              <a:spcBef>
                <a:spcPts val="450"/>
              </a:spcBef>
              <a:spcAft>
                <a:spcPts val="0"/>
              </a:spcAft>
              <a:buClr>
                <a:schemeClr val="dk1"/>
              </a:buClr>
              <a:buSzPts val="1800"/>
              <a:buChar char="•"/>
              <a:defRPr/>
            </a:lvl7pPr>
            <a:lvl8pPr indent="-342900" lvl="7" marL="3657600" rtl="0" algn="l">
              <a:lnSpc>
                <a:spcPct val="90000"/>
              </a:lnSpc>
              <a:spcBef>
                <a:spcPts val="450"/>
              </a:spcBef>
              <a:spcAft>
                <a:spcPts val="0"/>
              </a:spcAft>
              <a:buClr>
                <a:schemeClr val="dk1"/>
              </a:buClr>
              <a:buSzPts val="1800"/>
              <a:buChar char="•"/>
              <a:defRPr/>
            </a:lvl8pPr>
            <a:lvl9pPr indent="-342900" lvl="8" marL="4114800" rtl="0" algn="l">
              <a:lnSpc>
                <a:spcPct val="90000"/>
              </a:lnSpc>
              <a:spcBef>
                <a:spcPts val="450"/>
              </a:spcBef>
              <a:spcAft>
                <a:spcPts val="0"/>
              </a:spcAft>
              <a:buClr>
                <a:schemeClr val="dk1"/>
              </a:buClr>
              <a:buSzPts val="1800"/>
              <a:buChar char="•"/>
              <a:defRPr/>
            </a:lvl9pPr>
          </a:lstStyle>
          <a:p/>
        </p:txBody>
      </p:sp>
      <p:sp>
        <p:nvSpPr>
          <p:cNvPr id="183" name="Google Shape;183;p30"/>
          <p:cNvSpPr txBox="1"/>
          <p:nvPr>
            <p:ph idx="3" type="body"/>
          </p:nvPr>
        </p:nvSpPr>
        <p:spPr>
          <a:xfrm>
            <a:off x="514350" y="1283818"/>
            <a:ext cx="4883400" cy="415500"/>
          </a:xfrm>
          <a:prstGeom prst="rect">
            <a:avLst/>
          </a:prstGeom>
          <a:noFill/>
          <a:ln>
            <a:noFill/>
          </a:ln>
        </p:spPr>
        <p:txBody>
          <a:bodyPr anchorCtr="0" anchor="b" bIns="45700" lIns="91425" spcFirstLastPara="1" rIns="91425" wrap="square" tIns="45700">
            <a:normAutofit/>
          </a:bodyPr>
          <a:lstStyle>
            <a:lvl1pPr indent="-228600" lvl="0" marL="457200" rtl="0" algn="l">
              <a:lnSpc>
                <a:spcPct val="90000"/>
              </a:lnSpc>
              <a:spcBef>
                <a:spcPts val="900"/>
              </a:spcBef>
              <a:spcAft>
                <a:spcPts val="0"/>
              </a:spcAft>
              <a:buSzPts val="1800"/>
              <a:buNone/>
              <a:defRPr b="1" i="0" sz="1800">
                <a:solidFill>
                  <a:schemeClr val="lt1"/>
                </a:solidFill>
                <a:latin typeface="Arial"/>
                <a:ea typeface="Arial"/>
                <a:cs typeface="Arial"/>
                <a:sym typeface="Arial"/>
              </a:defRPr>
            </a:lvl1pPr>
            <a:lvl2pPr indent="-228600" lvl="1" marL="914400" rtl="0" algn="l">
              <a:lnSpc>
                <a:spcPct val="90000"/>
              </a:lnSpc>
              <a:spcBef>
                <a:spcPts val="450"/>
              </a:spcBef>
              <a:spcAft>
                <a:spcPts val="0"/>
              </a:spcAft>
              <a:buSzPts val="1800"/>
              <a:buNone/>
              <a:defRPr b="1" sz="1800"/>
            </a:lvl2pPr>
            <a:lvl3pPr indent="-228600" lvl="2" marL="1371600" rtl="0" algn="l">
              <a:lnSpc>
                <a:spcPct val="90000"/>
              </a:lnSpc>
              <a:spcBef>
                <a:spcPts val="450"/>
              </a:spcBef>
              <a:spcAft>
                <a:spcPts val="0"/>
              </a:spcAft>
              <a:buSzPts val="1620"/>
              <a:buNone/>
              <a:defRPr b="1" sz="1620"/>
            </a:lvl3pPr>
            <a:lvl4pPr indent="-228600" lvl="3" marL="1828800" rtl="0" algn="l">
              <a:lnSpc>
                <a:spcPct val="90000"/>
              </a:lnSpc>
              <a:spcBef>
                <a:spcPts val="450"/>
              </a:spcBef>
              <a:spcAft>
                <a:spcPts val="0"/>
              </a:spcAft>
              <a:buSzPts val="1440"/>
              <a:buNone/>
              <a:defRPr b="1" sz="1440"/>
            </a:lvl4pPr>
            <a:lvl5pPr indent="-228600" lvl="4" marL="2286000" rtl="0" algn="l">
              <a:lnSpc>
                <a:spcPct val="90000"/>
              </a:lnSpc>
              <a:spcBef>
                <a:spcPts val="450"/>
              </a:spcBef>
              <a:spcAft>
                <a:spcPts val="0"/>
              </a:spcAft>
              <a:buSzPts val="1440"/>
              <a:buNone/>
              <a:defRPr b="1" sz="1440"/>
            </a:lvl5pPr>
            <a:lvl6pPr indent="-228600" lvl="5" marL="2743200" rtl="0" algn="l">
              <a:lnSpc>
                <a:spcPct val="90000"/>
              </a:lnSpc>
              <a:spcBef>
                <a:spcPts val="450"/>
              </a:spcBef>
              <a:spcAft>
                <a:spcPts val="0"/>
              </a:spcAft>
              <a:buClr>
                <a:schemeClr val="dk1"/>
              </a:buClr>
              <a:buSzPts val="1440"/>
              <a:buNone/>
              <a:defRPr b="1" sz="1440"/>
            </a:lvl6pPr>
            <a:lvl7pPr indent="-228600" lvl="6" marL="3200400" rtl="0" algn="l">
              <a:lnSpc>
                <a:spcPct val="90000"/>
              </a:lnSpc>
              <a:spcBef>
                <a:spcPts val="450"/>
              </a:spcBef>
              <a:spcAft>
                <a:spcPts val="0"/>
              </a:spcAft>
              <a:buClr>
                <a:schemeClr val="dk1"/>
              </a:buClr>
              <a:buSzPts val="1440"/>
              <a:buNone/>
              <a:defRPr b="1" sz="1440"/>
            </a:lvl7pPr>
            <a:lvl8pPr indent="-228600" lvl="7" marL="3657600" rtl="0" algn="l">
              <a:lnSpc>
                <a:spcPct val="90000"/>
              </a:lnSpc>
              <a:spcBef>
                <a:spcPts val="450"/>
              </a:spcBef>
              <a:spcAft>
                <a:spcPts val="0"/>
              </a:spcAft>
              <a:buClr>
                <a:schemeClr val="dk1"/>
              </a:buClr>
              <a:buSzPts val="1440"/>
              <a:buNone/>
              <a:defRPr b="1" sz="1440"/>
            </a:lvl8pPr>
            <a:lvl9pPr indent="-228600" lvl="8" marL="4114800" rtl="0" algn="l">
              <a:lnSpc>
                <a:spcPct val="90000"/>
              </a:lnSpc>
              <a:spcBef>
                <a:spcPts val="450"/>
              </a:spcBef>
              <a:spcAft>
                <a:spcPts val="0"/>
              </a:spcAft>
              <a:buClr>
                <a:schemeClr val="dk1"/>
              </a:buClr>
              <a:buSzPts val="1440"/>
              <a:buNone/>
              <a:defRPr b="1" sz="1440"/>
            </a:lvl9pPr>
          </a:lstStyle>
          <a:p/>
        </p:txBody>
      </p:sp>
      <p:sp>
        <p:nvSpPr>
          <p:cNvPr id="184" name="Google Shape;184;p30"/>
          <p:cNvSpPr txBox="1"/>
          <p:nvPr>
            <p:ph idx="4" type="body"/>
          </p:nvPr>
        </p:nvSpPr>
        <p:spPr>
          <a:xfrm>
            <a:off x="5554980" y="1283817"/>
            <a:ext cx="4903500" cy="415500"/>
          </a:xfrm>
          <a:prstGeom prst="rect">
            <a:avLst/>
          </a:prstGeom>
          <a:noFill/>
          <a:ln>
            <a:noFill/>
          </a:ln>
        </p:spPr>
        <p:txBody>
          <a:bodyPr anchorCtr="0" anchor="b" bIns="45700" lIns="91425" spcFirstLastPara="1" rIns="91425" wrap="square" tIns="45700">
            <a:normAutofit/>
          </a:bodyPr>
          <a:lstStyle>
            <a:lvl1pPr indent="-228600" lvl="0" marL="457200" rtl="0" algn="l">
              <a:lnSpc>
                <a:spcPct val="90000"/>
              </a:lnSpc>
              <a:spcBef>
                <a:spcPts val="900"/>
              </a:spcBef>
              <a:spcAft>
                <a:spcPts val="0"/>
              </a:spcAft>
              <a:buSzPts val="1800"/>
              <a:buNone/>
              <a:defRPr b="1" i="0" sz="1800">
                <a:solidFill>
                  <a:schemeClr val="lt1"/>
                </a:solidFill>
                <a:latin typeface="Arial"/>
                <a:ea typeface="Arial"/>
                <a:cs typeface="Arial"/>
                <a:sym typeface="Arial"/>
              </a:defRPr>
            </a:lvl1pPr>
            <a:lvl2pPr indent="-228600" lvl="1" marL="914400" rtl="0" algn="l">
              <a:lnSpc>
                <a:spcPct val="90000"/>
              </a:lnSpc>
              <a:spcBef>
                <a:spcPts val="450"/>
              </a:spcBef>
              <a:spcAft>
                <a:spcPts val="0"/>
              </a:spcAft>
              <a:buSzPts val="1800"/>
              <a:buNone/>
              <a:defRPr b="1" sz="1800"/>
            </a:lvl2pPr>
            <a:lvl3pPr indent="-228600" lvl="2" marL="1371600" rtl="0" algn="l">
              <a:lnSpc>
                <a:spcPct val="90000"/>
              </a:lnSpc>
              <a:spcBef>
                <a:spcPts val="450"/>
              </a:spcBef>
              <a:spcAft>
                <a:spcPts val="0"/>
              </a:spcAft>
              <a:buSzPts val="1620"/>
              <a:buNone/>
              <a:defRPr b="1" sz="1620"/>
            </a:lvl3pPr>
            <a:lvl4pPr indent="-228600" lvl="3" marL="1828800" rtl="0" algn="l">
              <a:lnSpc>
                <a:spcPct val="90000"/>
              </a:lnSpc>
              <a:spcBef>
                <a:spcPts val="450"/>
              </a:spcBef>
              <a:spcAft>
                <a:spcPts val="0"/>
              </a:spcAft>
              <a:buSzPts val="1440"/>
              <a:buNone/>
              <a:defRPr b="1" sz="1440"/>
            </a:lvl4pPr>
            <a:lvl5pPr indent="-228600" lvl="4" marL="2286000" rtl="0" algn="l">
              <a:lnSpc>
                <a:spcPct val="90000"/>
              </a:lnSpc>
              <a:spcBef>
                <a:spcPts val="450"/>
              </a:spcBef>
              <a:spcAft>
                <a:spcPts val="0"/>
              </a:spcAft>
              <a:buSzPts val="1440"/>
              <a:buNone/>
              <a:defRPr b="1" sz="1440"/>
            </a:lvl5pPr>
            <a:lvl6pPr indent="-228600" lvl="5" marL="2743200" rtl="0" algn="l">
              <a:lnSpc>
                <a:spcPct val="90000"/>
              </a:lnSpc>
              <a:spcBef>
                <a:spcPts val="450"/>
              </a:spcBef>
              <a:spcAft>
                <a:spcPts val="0"/>
              </a:spcAft>
              <a:buClr>
                <a:schemeClr val="dk1"/>
              </a:buClr>
              <a:buSzPts val="1440"/>
              <a:buNone/>
              <a:defRPr b="1" sz="1440"/>
            </a:lvl6pPr>
            <a:lvl7pPr indent="-228600" lvl="6" marL="3200400" rtl="0" algn="l">
              <a:lnSpc>
                <a:spcPct val="90000"/>
              </a:lnSpc>
              <a:spcBef>
                <a:spcPts val="450"/>
              </a:spcBef>
              <a:spcAft>
                <a:spcPts val="0"/>
              </a:spcAft>
              <a:buClr>
                <a:schemeClr val="dk1"/>
              </a:buClr>
              <a:buSzPts val="1440"/>
              <a:buNone/>
              <a:defRPr b="1" sz="1440"/>
            </a:lvl7pPr>
            <a:lvl8pPr indent="-228600" lvl="7" marL="3657600" rtl="0" algn="l">
              <a:lnSpc>
                <a:spcPct val="90000"/>
              </a:lnSpc>
              <a:spcBef>
                <a:spcPts val="450"/>
              </a:spcBef>
              <a:spcAft>
                <a:spcPts val="0"/>
              </a:spcAft>
              <a:buClr>
                <a:schemeClr val="dk1"/>
              </a:buClr>
              <a:buSzPts val="1440"/>
              <a:buNone/>
              <a:defRPr b="1" sz="1440"/>
            </a:lvl8pPr>
            <a:lvl9pPr indent="-228600" lvl="8" marL="4114800" rtl="0" algn="l">
              <a:lnSpc>
                <a:spcPct val="90000"/>
              </a:lnSpc>
              <a:spcBef>
                <a:spcPts val="450"/>
              </a:spcBef>
              <a:spcAft>
                <a:spcPts val="0"/>
              </a:spcAft>
              <a:buClr>
                <a:schemeClr val="dk1"/>
              </a:buClr>
              <a:buSzPts val="1440"/>
              <a:buNone/>
              <a:defRPr b="1" sz="1440"/>
            </a:lvl9pPr>
          </a:lstStyle>
          <a:p/>
        </p:txBody>
      </p:sp>
    </p:spTree>
  </p:cSld>
  <p:clrMapOvr>
    <a:masterClrMapping/>
  </p:clrMapOvr>
  <p:extLst>
    <p:ext uri="{DCECCB84-F9BA-43D5-87BE-67443E8EF086}">
      <p15:sldGuideLst>
        <p15:guide id="1" pos="360">
          <p15:clr>
            <a:srgbClr val="FBAE40"/>
          </p15:clr>
        </p15:guide>
        <p15:guide id="2" pos="7320">
          <p15:clr>
            <a:srgbClr val="FBAE40"/>
          </p15:clr>
        </p15:guide>
        <p15:guide id="3" orient="horz" pos="360">
          <p15:clr>
            <a:srgbClr val="FBAE40"/>
          </p15:clr>
        </p15:guide>
        <p15:guide id="4" orient="horz" pos="396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No Logo">
  <p:cSld name="Title Only - No Logo">
    <p:spTree>
      <p:nvGrpSpPr>
        <p:cNvPr id="185" name="Shape 185"/>
        <p:cNvGrpSpPr/>
        <p:nvPr/>
      </p:nvGrpSpPr>
      <p:grpSpPr>
        <a:xfrm>
          <a:off x="0" y="0"/>
          <a:ext cx="0" cy="0"/>
          <a:chOff x="0" y="0"/>
          <a:chExt cx="0" cy="0"/>
        </a:xfrm>
      </p:grpSpPr>
      <p:sp>
        <p:nvSpPr>
          <p:cNvPr id="186" name="Google Shape;186;p31"/>
          <p:cNvSpPr txBox="1"/>
          <p:nvPr>
            <p:ph type="title"/>
          </p:nvPr>
        </p:nvSpPr>
        <p:spPr>
          <a:xfrm>
            <a:off x="514350" y="514350"/>
            <a:ext cx="9944100" cy="1007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7" name="Google Shape;187;p31"/>
          <p:cNvSpPr txBox="1"/>
          <p:nvPr/>
        </p:nvSpPr>
        <p:spPr>
          <a:xfrm>
            <a:off x="7989570" y="5720715"/>
            <a:ext cx="2469000" cy="328500"/>
          </a:xfrm>
          <a:prstGeom prst="rect">
            <a:avLst/>
          </a:prstGeom>
          <a:noFill/>
          <a:ln>
            <a:noFill/>
          </a:ln>
        </p:spPr>
        <p:txBody>
          <a:bodyPr anchorCtr="0" anchor="ctr" bIns="41125" lIns="82275" spcFirstLastPara="1" rIns="82275" wrap="square" tIns="41125">
            <a:noAutofit/>
          </a:bodyPr>
          <a:lstStyle/>
          <a:p>
            <a:pPr indent="0" lvl="0" marL="0" marR="0" rtl="0" algn="r">
              <a:spcBef>
                <a:spcPts val="0"/>
              </a:spcBef>
              <a:spcAft>
                <a:spcPts val="0"/>
              </a:spcAft>
              <a:buNone/>
            </a:pPr>
            <a:fld id="{00000000-1234-1234-1234-123412341234}" type="slidenum">
              <a:rPr b="1" i="0" lang="en-US" sz="900">
                <a:solidFill>
                  <a:schemeClr val="lt1"/>
                </a:solidFill>
                <a:latin typeface="Arial"/>
                <a:ea typeface="Arial"/>
                <a:cs typeface="Arial"/>
                <a:sym typeface="Arial"/>
              </a:rPr>
              <a:t>‹#›</a:t>
            </a:fld>
            <a:endParaRPr b="1" i="0" sz="900">
              <a:solidFill>
                <a:schemeClr val="lt1"/>
              </a:solidFill>
              <a:latin typeface="Arial"/>
              <a:ea typeface="Arial"/>
              <a:cs typeface="Arial"/>
              <a:sym typeface="Arial"/>
            </a:endParaRPr>
          </a:p>
        </p:txBody>
      </p:sp>
    </p:spTree>
  </p:cSld>
  <p:clrMapOvr>
    <a:masterClrMapping/>
  </p:clrMapOvr>
  <p:extLst>
    <p:ext uri="{DCECCB84-F9BA-43D5-87BE-67443E8EF086}">
      <p15:sldGuideLst>
        <p15:guide id="1" orient="horz" pos="360">
          <p15:clr>
            <a:srgbClr val="FBAE40"/>
          </p15:clr>
        </p15:guide>
        <p15:guide id="2" orient="horz" pos="3960">
          <p15:clr>
            <a:srgbClr val="FBAE40"/>
          </p15:clr>
        </p15:guide>
        <p15:guide id="3" pos="360">
          <p15:clr>
            <a:srgbClr val="FBAE40"/>
          </p15:clr>
        </p15:guide>
        <p15:guide id="4" pos="73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Logo" type="blank">
  <p:cSld name="BLANK">
    <p:spTree>
      <p:nvGrpSpPr>
        <p:cNvPr id="188" name="Shape 188"/>
        <p:cNvGrpSpPr/>
        <p:nvPr/>
      </p:nvGrpSpPr>
      <p:grpSpPr>
        <a:xfrm>
          <a:off x="0" y="0"/>
          <a:ext cx="0" cy="0"/>
          <a:chOff x="0" y="0"/>
          <a:chExt cx="0" cy="0"/>
        </a:xfrm>
      </p:grpSpPr>
      <p:pic>
        <p:nvPicPr>
          <p:cNvPr id="189" name="Google Shape;189;p32"/>
          <p:cNvPicPr preferRelativeResize="0"/>
          <p:nvPr/>
        </p:nvPicPr>
        <p:blipFill rotWithShape="1">
          <a:blip r:embed="rId2">
            <a:alphaModFix/>
          </a:blip>
          <a:srcRect b="0" l="0" r="0" t="0"/>
          <a:stretch/>
        </p:blipFill>
        <p:spPr>
          <a:xfrm>
            <a:off x="514351" y="5398170"/>
            <a:ext cx="567015" cy="486851"/>
          </a:xfrm>
          <a:prstGeom prst="rect">
            <a:avLst/>
          </a:prstGeom>
          <a:noFill/>
          <a:ln>
            <a:noFill/>
          </a:ln>
        </p:spPr>
      </p:pic>
      <p:sp>
        <p:nvSpPr>
          <p:cNvPr id="190" name="Google Shape;190;p32"/>
          <p:cNvSpPr txBox="1"/>
          <p:nvPr/>
        </p:nvSpPr>
        <p:spPr>
          <a:xfrm>
            <a:off x="7989570" y="5720715"/>
            <a:ext cx="2469000" cy="328500"/>
          </a:xfrm>
          <a:prstGeom prst="rect">
            <a:avLst/>
          </a:prstGeom>
          <a:noFill/>
          <a:ln>
            <a:noFill/>
          </a:ln>
        </p:spPr>
        <p:txBody>
          <a:bodyPr anchorCtr="0" anchor="ctr" bIns="41125" lIns="82275" spcFirstLastPara="1" rIns="82275" wrap="square" tIns="41125">
            <a:noAutofit/>
          </a:bodyPr>
          <a:lstStyle/>
          <a:p>
            <a:pPr indent="0" lvl="0" marL="0" marR="0" rtl="0" algn="r">
              <a:spcBef>
                <a:spcPts val="0"/>
              </a:spcBef>
              <a:spcAft>
                <a:spcPts val="0"/>
              </a:spcAft>
              <a:buNone/>
            </a:pPr>
            <a:fld id="{00000000-1234-1234-1234-123412341234}" type="slidenum">
              <a:rPr b="1" i="0" lang="en-US" sz="900">
                <a:solidFill>
                  <a:schemeClr val="lt1"/>
                </a:solidFill>
                <a:latin typeface="Arial"/>
                <a:ea typeface="Arial"/>
                <a:cs typeface="Arial"/>
                <a:sym typeface="Arial"/>
              </a:rPr>
              <a:t>‹#›</a:t>
            </a:fld>
            <a:endParaRPr b="1" i="0" sz="900">
              <a:solidFill>
                <a:schemeClr val="lt1"/>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No Logo">
  <p:cSld name="Blank - No Logo">
    <p:spTree>
      <p:nvGrpSpPr>
        <p:cNvPr id="191" name="Shape 191"/>
        <p:cNvGrpSpPr/>
        <p:nvPr/>
      </p:nvGrpSpPr>
      <p:grpSpPr>
        <a:xfrm>
          <a:off x="0" y="0"/>
          <a:ext cx="0" cy="0"/>
          <a:chOff x="0" y="0"/>
          <a:chExt cx="0" cy="0"/>
        </a:xfrm>
      </p:grpSpPr>
      <p:sp>
        <p:nvSpPr>
          <p:cNvPr id="192" name="Google Shape;192;p33"/>
          <p:cNvSpPr txBox="1"/>
          <p:nvPr/>
        </p:nvSpPr>
        <p:spPr>
          <a:xfrm>
            <a:off x="7989570" y="5720715"/>
            <a:ext cx="2469000" cy="328500"/>
          </a:xfrm>
          <a:prstGeom prst="rect">
            <a:avLst/>
          </a:prstGeom>
          <a:noFill/>
          <a:ln>
            <a:noFill/>
          </a:ln>
        </p:spPr>
        <p:txBody>
          <a:bodyPr anchorCtr="0" anchor="ctr" bIns="41125" lIns="82275" spcFirstLastPara="1" rIns="82275" wrap="square" tIns="41125">
            <a:noAutofit/>
          </a:bodyPr>
          <a:lstStyle/>
          <a:p>
            <a:pPr indent="0" lvl="0" marL="0" marR="0" rtl="0" algn="r">
              <a:spcBef>
                <a:spcPts val="0"/>
              </a:spcBef>
              <a:spcAft>
                <a:spcPts val="0"/>
              </a:spcAft>
              <a:buNone/>
            </a:pPr>
            <a:fld id="{00000000-1234-1234-1234-123412341234}" type="slidenum">
              <a:rPr b="1" i="0" lang="en-US" sz="900">
                <a:solidFill>
                  <a:schemeClr val="lt1"/>
                </a:solidFill>
                <a:latin typeface="Arial"/>
                <a:ea typeface="Arial"/>
                <a:cs typeface="Arial"/>
                <a:sym typeface="Arial"/>
              </a:rPr>
              <a:t>‹#›</a:t>
            </a:fld>
            <a:endParaRPr b="1" i="0" sz="90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Relationship Id="rId5" Type="http://schemas.openxmlformats.org/officeDocument/2006/relationships/slideLayout" Target="../slideLayouts/slideLayout24.xml"/><Relationship Id="rId6" Type="http://schemas.openxmlformats.org/officeDocument/2006/relationships/slideLayout" Target="../slideLayouts/slideLayout25.xml"/><Relationship Id="rId7" Type="http://schemas.openxmlformats.org/officeDocument/2006/relationships/slideLayout" Target="../slideLayouts/slideLayout26.xml"/><Relationship Id="rId8" Type="http://schemas.openxmlformats.org/officeDocument/2006/relationships/slideLayout" Target="../slideLayouts/slideLayout27.xml"/><Relationship Id="rId9" Type="http://schemas.openxmlformats.org/officeDocument/2006/relationships/slideLayout" Target="../slideLayouts/slideLayout28.xml"/><Relationship Id="rId10" Type="http://schemas.openxmlformats.org/officeDocument/2006/relationships/slideLayout" Target="../slideLayouts/slideLayout29.xml"/><Relationship Id="rId11" Type="http://schemas.openxmlformats.org/officeDocument/2006/relationships/slideLayout" Target="../slideLayouts/slideLayout30.xml"/><Relationship Id="rId12" Type="http://schemas.openxmlformats.org/officeDocument/2006/relationships/slideLayout" Target="../slideLayouts/slideLayout31.xml"/><Relationship Id="rId1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514350" y="514350"/>
            <a:ext cx="9944100" cy="1007269"/>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240"/>
              <a:buFont typeface="Arial"/>
              <a:buNone/>
              <a:defRPr b="1" i="0" sz="324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514350" y="1643062"/>
            <a:ext cx="9944100" cy="4014788"/>
          </a:xfrm>
          <a:prstGeom prst="rect">
            <a:avLst/>
          </a:prstGeom>
          <a:noFill/>
          <a:ln>
            <a:noFill/>
          </a:ln>
        </p:spPr>
        <p:txBody>
          <a:bodyPr anchorCtr="0" anchor="t" bIns="45700" lIns="91425" spcFirstLastPara="1" rIns="91425" wrap="square" tIns="45700">
            <a:normAutofit/>
          </a:bodyPr>
          <a:lstStyle>
            <a:lvl1pPr indent="-320040" lvl="0" marL="457200" marR="0" rtl="0" algn="l">
              <a:lnSpc>
                <a:spcPct val="90000"/>
              </a:lnSpc>
              <a:spcBef>
                <a:spcPts val="900"/>
              </a:spcBef>
              <a:spcAft>
                <a:spcPts val="0"/>
              </a:spcAft>
              <a:buClr>
                <a:schemeClr val="accent2"/>
              </a:buClr>
              <a:buSzPts val="1440"/>
              <a:buFont typeface="Arial"/>
              <a:buChar char="•"/>
              <a:defRPr b="0" i="0" sz="1440" u="none" cap="none" strike="noStrike">
                <a:solidFill>
                  <a:schemeClr val="dk1"/>
                </a:solidFill>
                <a:latin typeface="Arial"/>
                <a:ea typeface="Arial"/>
                <a:cs typeface="Arial"/>
                <a:sym typeface="Arial"/>
              </a:defRPr>
            </a:lvl1pPr>
            <a:lvl2pPr indent="-320040" lvl="1" marL="914400" marR="0" rtl="0" algn="l">
              <a:lnSpc>
                <a:spcPct val="90000"/>
              </a:lnSpc>
              <a:spcBef>
                <a:spcPts val="450"/>
              </a:spcBef>
              <a:spcAft>
                <a:spcPts val="0"/>
              </a:spcAft>
              <a:buClr>
                <a:schemeClr val="accent2"/>
              </a:buClr>
              <a:buSzPts val="1440"/>
              <a:buFont typeface="Arial"/>
              <a:buChar char="•"/>
              <a:defRPr b="0" i="0" sz="1440" u="none" cap="none" strike="noStrike">
                <a:solidFill>
                  <a:schemeClr val="dk1"/>
                </a:solidFill>
                <a:latin typeface="Arial"/>
                <a:ea typeface="Arial"/>
                <a:cs typeface="Arial"/>
                <a:sym typeface="Arial"/>
              </a:defRPr>
            </a:lvl2pPr>
            <a:lvl3pPr indent="-320040" lvl="2" marL="1371600" marR="0" rtl="0" algn="l">
              <a:lnSpc>
                <a:spcPct val="90000"/>
              </a:lnSpc>
              <a:spcBef>
                <a:spcPts val="450"/>
              </a:spcBef>
              <a:spcAft>
                <a:spcPts val="0"/>
              </a:spcAft>
              <a:buClr>
                <a:schemeClr val="accent2"/>
              </a:buClr>
              <a:buSzPts val="1440"/>
              <a:buFont typeface="Arial"/>
              <a:buChar char="•"/>
              <a:defRPr b="0" i="0" sz="1440" u="none" cap="none" strike="noStrike">
                <a:solidFill>
                  <a:schemeClr val="dk1"/>
                </a:solidFill>
                <a:latin typeface="Arial"/>
                <a:ea typeface="Arial"/>
                <a:cs typeface="Arial"/>
                <a:sym typeface="Arial"/>
              </a:defRPr>
            </a:lvl3pPr>
            <a:lvl4pPr indent="-320040" lvl="3" marL="1828800" marR="0" rtl="0" algn="l">
              <a:lnSpc>
                <a:spcPct val="90000"/>
              </a:lnSpc>
              <a:spcBef>
                <a:spcPts val="450"/>
              </a:spcBef>
              <a:spcAft>
                <a:spcPts val="0"/>
              </a:spcAft>
              <a:buClr>
                <a:schemeClr val="accent2"/>
              </a:buClr>
              <a:buSzPts val="1440"/>
              <a:buFont typeface="Arial"/>
              <a:buChar char="•"/>
              <a:defRPr b="0" i="0" sz="1440" u="none" cap="none" strike="noStrike">
                <a:solidFill>
                  <a:schemeClr val="dk1"/>
                </a:solidFill>
                <a:latin typeface="Arial"/>
                <a:ea typeface="Arial"/>
                <a:cs typeface="Arial"/>
                <a:sym typeface="Arial"/>
              </a:defRPr>
            </a:lvl4pPr>
            <a:lvl5pPr indent="-320040" lvl="4" marL="2286000" marR="0" rtl="0" algn="l">
              <a:lnSpc>
                <a:spcPct val="90000"/>
              </a:lnSpc>
              <a:spcBef>
                <a:spcPts val="450"/>
              </a:spcBef>
              <a:spcAft>
                <a:spcPts val="0"/>
              </a:spcAft>
              <a:buClr>
                <a:schemeClr val="accent2"/>
              </a:buClr>
              <a:buSzPts val="1440"/>
              <a:buFont typeface="Arial"/>
              <a:buChar char="•"/>
              <a:defRPr b="0" i="0" sz="1440" u="none" cap="none" strike="noStrike">
                <a:solidFill>
                  <a:schemeClr val="dk1"/>
                </a:solidFill>
                <a:latin typeface="Arial"/>
                <a:ea typeface="Arial"/>
                <a:cs typeface="Arial"/>
                <a:sym typeface="Arial"/>
              </a:defRPr>
            </a:lvl5pPr>
            <a:lvl6pPr indent="-331470" lvl="5" marL="2743200" marR="0" rtl="0" algn="l">
              <a:lnSpc>
                <a:spcPct val="90000"/>
              </a:lnSpc>
              <a:spcBef>
                <a:spcPts val="450"/>
              </a:spcBef>
              <a:spcAft>
                <a:spcPts val="0"/>
              </a:spcAft>
              <a:buClr>
                <a:schemeClr val="dk1"/>
              </a:buClr>
              <a:buSzPts val="1620"/>
              <a:buFont typeface="Arial"/>
              <a:buChar char="•"/>
              <a:defRPr b="0" i="0" sz="1620" u="none" cap="none" strike="noStrike">
                <a:solidFill>
                  <a:schemeClr val="dk1"/>
                </a:solidFill>
                <a:latin typeface="Calibri"/>
                <a:ea typeface="Calibri"/>
                <a:cs typeface="Calibri"/>
                <a:sym typeface="Calibri"/>
              </a:defRPr>
            </a:lvl6pPr>
            <a:lvl7pPr indent="-331470" lvl="6" marL="3200400" marR="0" rtl="0" algn="l">
              <a:lnSpc>
                <a:spcPct val="90000"/>
              </a:lnSpc>
              <a:spcBef>
                <a:spcPts val="450"/>
              </a:spcBef>
              <a:spcAft>
                <a:spcPts val="0"/>
              </a:spcAft>
              <a:buClr>
                <a:schemeClr val="dk1"/>
              </a:buClr>
              <a:buSzPts val="1620"/>
              <a:buFont typeface="Arial"/>
              <a:buChar char="•"/>
              <a:defRPr b="0" i="0" sz="1620" u="none" cap="none" strike="noStrike">
                <a:solidFill>
                  <a:schemeClr val="dk1"/>
                </a:solidFill>
                <a:latin typeface="Calibri"/>
                <a:ea typeface="Calibri"/>
                <a:cs typeface="Calibri"/>
                <a:sym typeface="Calibri"/>
              </a:defRPr>
            </a:lvl7pPr>
            <a:lvl8pPr indent="-331470" lvl="7" marL="3657600" marR="0" rtl="0" algn="l">
              <a:lnSpc>
                <a:spcPct val="90000"/>
              </a:lnSpc>
              <a:spcBef>
                <a:spcPts val="450"/>
              </a:spcBef>
              <a:spcAft>
                <a:spcPts val="0"/>
              </a:spcAft>
              <a:buClr>
                <a:schemeClr val="dk1"/>
              </a:buClr>
              <a:buSzPts val="1620"/>
              <a:buFont typeface="Arial"/>
              <a:buChar char="•"/>
              <a:defRPr b="0" i="0" sz="1620" u="none" cap="none" strike="noStrike">
                <a:solidFill>
                  <a:schemeClr val="dk1"/>
                </a:solidFill>
                <a:latin typeface="Calibri"/>
                <a:ea typeface="Calibri"/>
                <a:cs typeface="Calibri"/>
                <a:sym typeface="Calibri"/>
              </a:defRPr>
            </a:lvl8pPr>
            <a:lvl9pPr indent="-331470" lvl="8" marL="4114800" marR="0" rtl="0" algn="l">
              <a:lnSpc>
                <a:spcPct val="90000"/>
              </a:lnSpc>
              <a:spcBef>
                <a:spcPts val="450"/>
              </a:spcBef>
              <a:spcAft>
                <a:spcPts val="0"/>
              </a:spcAft>
              <a:buClr>
                <a:schemeClr val="dk1"/>
              </a:buClr>
              <a:buSzPts val="1620"/>
              <a:buFont typeface="Arial"/>
              <a:buChar char="•"/>
              <a:defRPr b="0" i="0" sz="162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60">
          <p15:clr>
            <a:srgbClr val="F26B43"/>
          </p15:clr>
        </p15:guide>
        <p15:guide id="2" orient="horz" pos="3960">
          <p15:clr>
            <a:srgbClr val="F26B43"/>
          </p15:clr>
        </p15:guide>
        <p15:guide id="3" pos="360">
          <p15:clr>
            <a:srgbClr val="F26B43"/>
          </p15:clr>
        </p15:guide>
        <p15:guide id="4" pos="732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3" name="Shape 133"/>
        <p:cNvGrpSpPr/>
        <p:nvPr/>
      </p:nvGrpSpPr>
      <p:grpSpPr>
        <a:xfrm>
          <a:off x="0" y="0"/>
          <a:ext cx="0" cy="0"/>
          <a:chOff x="0" y="0"/>
          <a:chExt cx="0" cy="0"/>
        </a:xfrm>
      </p:grpSpPr>
      <p:sp>
        <p:nvSpPr>
          <p:cNvPr id="134" name="Google Shape;134;p21"/>
          <p:cNvSpPr txBox="1"/>
          <p:nvPr>
            <p:ph type="title"/>
          </p:nvPr>
        </p:nvSpPr>
        <p:spPr>
          <a:xfrm>
            <a:off x="514350" y="514350"/>
            <a:ext cx="9944100" cy="10074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3240"/>
              <a:buFont typeface="Arial"/>
              <a:buNone/>
              <a:defRPr b="1" i="0" sz="3240" u="none" cap="none" strike="noStrike">
                <a:solidFill>
                  <a:schemeClr val="lt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35" name="Google Shape;135;p21"/>
          <p:cNvSpPr txBox="1"/>
          <p:nvPr>
            <p:ph idx="1" type="body"/>
          </p:nvPr>
        </p:nvSpPr>
        <p:spPr>
          <a:xfrm>
            <a:off x="514350" y="1643062"/>
            <a:ext cx="9944100" cy="4014900"/>
          </a:xfrm>
          <a:prstGeom prst="rect">
            <a:avLst/>
          </a:prstGeom>
          <a:noFill/>
          <a:ln>
            <a:noFill/>
          </a:ln>
        </p:spPr>
        <p:txBody>
          <a:bodyPr anchorCtr="0" anchor="t" bIns="45700" lIns="91425" spcFirstLastPara="1" rIns="91425" wrap="square" tIns="45700">
            <a:normAutofit/>
          </a:bodyPr>
          <a:lstStyle>
            <a:lvl1pPr indent="-320040" lvl="0" marL="457200" marR="0" rtl="0" algn="l">
              <a:lnSpc>
                <a:spcPct val="90000"/>
              </a:lnSpc>
              <a:spcBef>
                <a:spcPts val="900"/>
              </a:spcBef>
              <a:spcAft>
                <a:spcPts val="0"/>
              </a:spcAft>
              <a:buClr>
                <a:schemeClr val="accent2"/>
              </a:buClr>
              <a:buSzPts val="1440"/>
              <a:buFont typeface="Arial"/>
              <a:buChar char="•"/>
              <a:defRPr b="0" i="0" sz="1440" u="none" cap="none" strike="noStrike">
                <a:solidFill>
                  <a:schemeClr val="lt1"/>
                </a:solidFill>
                <a:latin typeface="Arial"/>
                <a:ea typeface="Arial"/>
                <a:cs typeface="Arial"/>
                <a:sym typeface="Arial"/>
              </a:defRPr>
            </a:lvl1pPr>
            <a:lvl2pPr indent="-320040" lvl="1" marL="914400" marR="0" rtl="0" algn="l">
              <a:lnSpc>
                <a:spcPct val="90000"/>
              </a:lnSpc>
              <a:spcBef>
                <a:spcPts val="450"/>
              </a:spcBef>
              <a:spcAft>
                <a:spcPts val="0"/>
              </a:spcAft>
              <a:buClr>
                <a:schemeClr val="accent2"/>
              </a:buClr>
              <a:buSzPts val="1440"/>
              <a:buFont typeface="Arial"/>
              <a:buChar char="•"/>
              <a:defRPr b="0" i="0" sz="1440" u="none" cap="none" strike="noStrike">
                <a:solidFill>
                  <a:schemeClr val="lt1"/>
                </a:solidFill>
                <a:latin typeface="Arial"/>
                <a:ea typeface="Arial"/>
                <a:cs typeface="Arial"/>
                <a:sym typeface="Arial"/>
              </a:defRPr>
            </a:lvl2pPr>
            <a:lvl3pPr indent="-320040" lvl="2" marL="1371600" marR="0" rtl="0" algn="l">
              <a:lnSpc>
                <a:spcPct val="90000"/>
              </a:lnSpc>
              <a:spcBef>
                <a:spcPts val="450"/>
              </a:spcBef>
              <a:spcAft>
                <a:spcPts val="0"/>
              </a:spcAft>
              <a:buClr>
                <a:schemeClr val="accent2"/>
              </a:buClr>
              <a:buSzPts val="1440"/>
              <a:buFont typeface="Arial"/>
              <a:buChar char="•"/>
              <a:defRPr b="0" i="0" sz="1440" u="none" cap="none" strike="noStrike">
                <a:solidFill>
                  <a:schemeClr val="lt1"/>
                </a:solidFill>
                <a:latin typeface="Arial"/>
                <a:ea typeface="Arial"/>
                <a:cs typeface="Arial"/>
                <a:sym typeface="Arial"/>
              </a:defRPr>
            </a:lvl3pPr>
            <a:lvl4pPr indent="-320040" lvl="3" marL="1828800" marR="0" rtl="0" algn="l">
              <a:lnSpc>
                <a:spcPct val="90000"/>
              </a:lnSpc>
              <a:spcBef>
                <a:spcPts val="450"/>
              </a:spcBef>
              <a:spcAft>
                <a:spcPts val="0"/>
              </a:spcAft>
              <a:buClr>
                <a:schemeClr val="accent2"/>
              </a:buClr>
              <a:buSzPts val="1440"/>
              <a:buFont typeface="Arial"/>
              <a:buChar char="•"/>
              <a:defRPr b="0" i="0" sz="1440" u="none" cap="none" strike="noStrike">
                <a:solidFill>
                  <a:schemeClr val="lt1"/>
                </a:solidFill>
                <a:latin typeface="Arial"/>
                <a:ea typeface="Arial"/>
                <a:cs typeface="Arial"/>
                <a:sym typeface="Arial"/>
              </a:defRPr>
            </a:lvl4pPr>
            <a:lvl5pPr indent="-320040" lvl="4" marL="2286000" marR="0" rtl="0" algn="l">
              <a:lnSpc>
                <a:spcPct val="90000"/>
              </a:lnSpc>
              <a:spcBef>
                <a:spcPts val="450"/>
              </a:spcBef>
              <a:spcAft>
                <a:spcPts val="0"/>
              </a:spcAft>
              <a:buClr>
                <a:schemeClr val="accent2"/>
              </a:buClr>
              <a:buSzPts val="1440"/>
              <a:buFont typeface="Arial"/>
              <a:buChar char="•"/>
              <a:defRPr b="0" i="0" sz="1440" u="none" cap="none" strike="noStrike">
                <a:solidFill>
                  <a:schemeClr val="lt1"/>
                </a:solidFill>
                <a:latin typeface="Arial"/>
                <a:ea typeface="Arial"/>
                <a:cs typeface="Arial"/>
                <a:sym typeface="Arial"/>
              </a:defRPr>
            </a:lvl5pPr>
            <a:lvl6pPr indent="-331470" lvl="5" marL="2743200" marR="0" rtl="0" algn="l">
              <a:lnSpc>
                <a:spcPct val="90000"/>
              </a:lnSpc>
              <a:spcBef>
                <a:spcPts val="450"/>
              </a:spcBef>
              <a:spcAft>
                <a:spcPts val="0"/>
              </a:spcAft>
              <a:buClr>
                <a:schemeClr val="dk1"/>
              </a:buClr>
              <a:buSzPts val="1620"/>
              <a:buFont typeface="Arial"/>
              <a:buChar char="•"/>
              <a:defRPr b="0" i="0" sz="1620" u="none" cap="none" strike="noStrike">
                <a:solidFill>
                  <a:schemeClr val="dk1"/>
                </a:solidFill>
                <a:latin typeface="Calibri"/>
                <a:ea typeface="Calibri"/>
                <a:cs typeface="Calibri"/>
                <a:sym typeface="Calibri"/>
              </a:defRPr>
            </a:lvl6pPr>
            <a:lvl7pPr indent="-331470" lvl="6" marL="3200400" marR="0" rtl="0" algn="l">
              <a:lnSpc>
                <a:spcPct val="90000"/>
              </a:lnSpc>
              <a:spcBef>
                <a:spcPts val="450"/>
              </a:spcBef>
              <a:spcAft>
                <a:spcPts val="0"/>
              </a:spcAft>
              <a:buClr>
                <a:schemeClr val="dk1"/>
              </a:buClr>
              <a:buSzPts val="1620"/>
              <a:buFont typeface="Arial"/>
              <a:buChar char="•"/>
              <a:defRPr b="0" i="0" sz="1620" u="none" cap="none" strike="noStrike">
                <a:solidFill>
                  <a:schemeClr val="dk1"/>
                </a:solidFill>
                <a:latin typeface="Calibri"/>
                <a:ea typeface="Calibri"/>
                <a:cs typeface="Calibri"/>
                <a:sym typeface="Calibri"/>
              </a:defRPr>
            </a:lvl7pPr>
            <a:lvl8pPr indent="-331470" lvl="7" marL="3657600" marR="0" rtl="0" algn="l">
              <a:lnSpc>
                <a:spcPct val="90000"/>
              </a:lnSpc>
              <a:spcBef>
                <a:spcPts val="450"/>
              </a:spcBef>
              <a:spcAft>
                <a:spcPts val="0"/>
              </a:spcAft>
              <a:buClr>
                <a:schemeClr val="dk1"/>
              </a:buClr>
              <a:buSzPts val="1620"/>
              <a:buFont typeface="Arial"/>
              <a:buChar char="•"/>
              <a:defRPr b="0" i="0" sz="1620" u="none" cap="none" strike="noStrike">
                <a:solidFill>
                  <a:schemeClr val="dk1"/>
                </a:solidFill>
                <a:latin typeface="Calibri"/>
                <a:ea typeface="Calibri"/>
                <a:cs typeface="Calibri"/>
                <a:sym typeface="Calibri"/>
              </a:defRPr>
            </a:lvl8pPr>
            <a:lvl9pPr indent="-331470" lvl="8" marL="4114800" marR="0" rtl="0" algn="l">
              <a:lnSpc>
                <a:spcPct val="90000"/>
              </a:lnSpc>
              <a:spcBef>
                <a:spcPts val="450"/>
              </a:spcBef>
              <a:spcAft>
                <a:spcPts val="0"/>
              </a:spcAft>
              <a:buClr>
                <a:schemeClr val="dk1"/>
              </a:buClr>
              <a:buSzPts val="1620"/>
              <a:buFont typeface="Arial"/>
              <a:buChar char="•"/>
              <a:defRPr b="0" i="0" sz="162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60">
          <p15:clr>
            <a:srgbClr val="F26B43"/>
          </p15:clr>
        </p15:guide>
        <p15:guide id="2" orient="horz" pos="3960">
          <p15:clr>
            <a:srgbClr val="F26B43"/>
          </p15:clr>
        </p15:guide>
        <p15:guide id="3" pos="360">
          <p15:clr>
            <a:srgbClr val="F26B43"/>
          </p15:clr>
        </p15:guide>
        <p15:guide id="4" pos="73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5.gif"/><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gif"/><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gif"/><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822960" y="1737360"/>
            <a:ext cx="9326880" cy="1371600"/>
          </a:xfrm>
        </p:spPr>
        <p:txBody>
          <a:bodyPr wrap="square">
            <a:noAutofit/>
          </a:bodyPr>
          <a:lstStyle/>
          <a:p>
            <a:pPr>
              <a:defRPr sz="3600"/>
            </a:pPr>
            <a:r>
              <a:rPr sz="3600"/>
              <a:t>Can a local LLM replace cloud Claude Code?</a:t>
            </a:r>
          </a:p>
        </p:txBody>
      </p:sp>
      <p:sp>
        <p:nvSpPr>
          <p:cNvPr id="3" name="Subtitle 2"/>
          <p:cNvSpPr>
            <a:spLocks noGrp="1"/>
          </p:cNvSpPr>
          <p:nvPr>
            <p:ph type="subTitle" idx="1"/>
          </p:nvPr>
        </p:nvSpPr>
        <p:spPr>
          <a:xfrm>
            <a:off x="822960" y="3108960"/>
            <a:ext cx="9326880" cy="548640"/>
          </a:xfrm>
        </p:spPr>
        <p:txBody>
          <a:bodyPr wrap="square">
            <a:noAutofit/>
          </a:bodyPr>
          <a:lstStyle/>
          <a:p>
            <a:pPr>
              <a:spcAft>
                <a:spcPts val="0"/>
              </a:spcAft>
              <a:defRPr sz="2000"/>
            </a:pPr>
            <a:r>
              <a:rPr sz="2000">
                <a:solidFill>
                  <a:srgbClr val="412B71"/>
                </a:solidFill>
              </a:rPr>
              <a:t>Three weeks, three machines: from a Raspberry Pi to a $4,676 Mac Studio.</a:t>
            </a:r>
          </a:p>
        </p:txBody>
      </p:sp>
      <p:sp>
        <p:nvSpPr>
          <p:cNvPr id="4" name="Rounded Rectangle 3"/>
          <p:cNvSpPr/>
          <p:nvPr/>
        </p:nvSpPr>
        <p:spPr>
          <a:xfrm>
            <a:off x="822960" y="3703320"/>
            <a:ext cx="9326880" cy="1417320"/>
          </a:xfrm>
          <a:prstGeom prst="roundRect">
            <a:avLst/>
          </a:prstGeom>
          <a:solidFill>
            <a:srgbClr val="F1EC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560320">
            <a:noAutofit/>
          </a:bodyPr>
          <a:lstStyle/>
          <a:p>
            <a:pPr algn="ctr"/>
            <a:r>
              <a:rPr b="1" sz="1900">
                <a:solidFill>
                  <a:srgbClr val="FF350E"/>
                </a:solidFill>
              </a:rPr>
              <a:t>TL;DR   </a:t>
            </a:r>
            <a:r>
              <a:rPr sz="1800">
                <a:solidFill>
                  <a:srgbClr val="251144"/>
                </a:solidFill>
              </a:rPr>
              <a:t>bounded coding </a:t>
            </a:r>
            <a:r>
              <a:rPr b="1" sz="1800">
                <a:solidFill>
                  <a:srgbClr val="251144"/>
                </a:solidFill>
              </a:rPr>
              <a:t>ties the frontier, free</a:t>
            </a:r>
            <a:r>
              <a:rPr sz="1800">
                <a:solidFill>
                  <a:srgbClr val="251144"/>
                </a:solidFill>
              </a:rPr>
              <a:t>. Open-ended repos:</a:t>
            </a:r>
          </a:p>
        </p:txBody>
      </p:sp>
      <p:pic>
        <p:nvPicPr>
          <p:cNvPr id="5" name="Picture 4" descr="conceited.gif"/>
          <p:cNvPicPr>
            <a:picLocks noChangeAspect="1"/>
          </p:cNvPicPr>
          <p:nvPr/>
        </p:nvPicPr>
        <p:blipFill>
          <a:blip r:embed="rId2"/>
          <a:stretch>
            <a:fillRect/>
          </a:stretch>
        </p:blipFill>
        <p:spPr>
          <a:xfrm>
            <a:off x="8045577" y="3840480"/>
            <a:ext cx="1903095" cy="1143000"/>
          </a:xfrm>
          <a:prstGeom prst="rect">
            <a:avLst/>
          </a:prstGeom>
        </p:spPr>
      </p:pic>
      <p:sp>
        <p:nvSpPr>
          <p:cNvPr id="6" name="TextBox 5"/>
          <p:cNvSpPr txBox="1"/>
          <p:nvPr/>
        </p:nvSpPr>
        <p:spPr>
          <a:xfrm>
            <a:off x="4206240" y="5212080"/>
            <a:ext cx="5943600" cy="777240"/>
          </a:xfrm>
          <a:prstGeom prst="rect">
            <a:avLst/>
          </a:prstGeom>
          <a:noFill/>
        </p:spPr>
        <p:txBody>
          <a:bodyPr wrap="square">
            <a:noAutofit/>
          </a:bodyPr>
          <a:lstStyle/>
          <a:p>
            <a:pPr algn="r"/>
            <a:r>
              <a:rPr sz="1300" b="1">
                <a:solidFill>
                  <a:srgbClr val="412B71"/>
                </a:solidFill>
              </a:rPr>
              <a:t>John Connolly, Lead Product Engineer &amp; tinkerer</a:t>
            </a:r>
          </a:p>
          <a:p>
            <a:pPr algn="r"/>
            <a:r>
              <a:rPr sz="1300" b="1">
                <a:solidFill>
                  <a:srgbClr val="412B71"/>
                </a:solidFill>
              </a:rPr>
              <a:t>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Agenda, where we're going (~29 min)</a:t>
            </a:r>
          </a:p>
        </p:txBody>
      </p:sp>
      <p:graphicFrame>
        <p:nvGraphicFramePr>
          <p:cNvPr id="3" name="Table 2"/>
          <p:cNvGraphicFramePr>
            <a:graphicFrameLocks noGrp="1"/>
          </p:cNvGraphicFramePr>
          <p:nvPr/>
        </p:nvGraphicFramePr>
        <p:xfrm>
          <a:off x="548640" y="1554480"/>
          <a:ext cx="9875519" cy="2286000"/>
        </p:xfrm>
        <a:graphic>
          <a:graphicData uri="http://schemas.openxmlformats.org/drawingml/2006/table">
            <a:tbl>
              <a:tblPr firstRow="1" bandRow="1">
                <a:tableStyleId>{5C22544A-7EE6-4342-B048-85BDC9FD1C3A}</a:tableStyleId>
              </a:tblPr>
              <a:tblGrid>
                <a:gridCol w="1050587"/>
                <a:gridCol w="7354110"/>
                <a:gridCol w="1470822"/>
              </a:tblGrid>
              <a:tr h="457200">
                <a:tc>
                  <a:txBody>
                    <a:bodyPr/>
                    <a:lstStyle/>
                    <a:p>
                      <a:r>
                        <a:rPr b="1" sz="1400">
                          <a:solidFill>
                            <a:srgbClr val="FFFFFF"/>
                          </a:solidFill>
                          <a:latin typeface="Arial"/>
                        </a:rPr>
                        <a:t>Act</a:t>
                      </a:r>
                    </a:p>
                  </a:txBody>
                  <a:tcPr anchor="ctr">
                    <a:solidFill>
                      <a:srgbClr val="835BA3"/>
                    </a:solidFill>
                  </a:tcPr>
                </a:tc>
                <a:tc>
                  <a:txBody>
                    <a:bodyPr/>
                    <a:lstStyle/>
                    <a:p>
                      <a:r>
                        <a:rPr b="1" sz="1400">
                          <a:solidFill>
                            <a:srgbClr val="FFFFFF"/>
                          </a:solidFill>
                          <a:latin typeface="Arial"/>
                        </a:rPr>
                        <a:t>Topic</a:t>
                      </a:r>
                    </a:p>
                  </a:txBody>
                  <a:tcPr anchor="ctr">
                    <a:solidFill>
                      <a:srgbClr val="835BA3"/>
                    </a:solidFill>
                  </a:tcPr>
                </a:tc>
                <a:tc>
                  <a:txBody>
                    <a:bodyPr/>
                    <a:lstStyle/>
                    <a:p>
                      <a:r>
                        <a:rPr b="1" sz="1400">
                          <a:solidFill>
                            <a:srgbClr val="FFFFFF"/>
                          </a:solidFill>
                          <a:latin typeface="Arial"/>
                        </a:rPr>
                        <a:t>~min</a:t>
                      </a:r>
                    </a:p>
                  </a:txBody>
                  <a:tcPr anchor="ctr">
                    <a:solidFill>
                      <a:srgbClr val="835BA3"/>
                    </a:solidFill>
                  </a:tcPr>
                </a:tc>
              </a:tr>
              <a:tr h="457200">
                <a:tc>
                  <a:txBody>
                    <a:bodyPr/>
                    <a:lstStyle/>
                    <a:p>
                      <a:r>
                        <a:rPr sz="1300" b="0">
                          <a:solidFill>
                            <a:srgbClr val="251144"/>
                          </a:solidFill>
                          <a:latin typeface="Arial"/>
                        </a:rPr>
                        <a:t>1</a:t>
                      </a:r>
                    </a:p>
                  </a:txBody>
                  <a:tcPr anchor="ctr">
                    <a:solidFill>
                      <a:srgbClr val="FFFFFF"/>
                    </a:solidFill>
                  </a:tcPr>
                </a:tc>
                <a:tc>
                  <a:txBody>
                    <a:bodyPr/>
                    <a:lstStyle/>
                    <a:p>
                      <a:r>
                        <a:rPr sz="1300" b="0">
                          <a:solidFill>
                            <a:srgbClr val="251144"/>
                          </a:solidFill>
                          <a:latin typeface="Arial"/>
                        </a:rPr>
                        <a:t>The trip: Raspberry Pi, Air, Studio (and why each failed or worked)</a:t>
                      </a:r>
                    </a:p>
                  </a:txBody>
                  <a:tcPr anchor="ctr">
                    <a:solidFill>
                      <a:srgbClr val="FFFFFF"/>
                    </a:solidFill>
                  </a:tcPr>
                </a:tc>
                <a:tc>
                  <a:txBody>
                    <a:bodyPr/>
                    <a:lstStyle/>
                    <a:p>
                      <a:r>
                        <a:rPr sz="1300" b="0">
                          <a:solidFill>
                            <a:srgbClr val="251144"/>
                          </a:solidFill>
                          <a:latin typeface="Arial"/>
                        </a:rPr>
                        <a:t>7</a:t>
                      </a:r>
                    </a:p>
                  </a:txBody>
                  <a:tcPr anchor="ctr">
                    <a:solidFill>
                      <a:srgbClr val="FFFFFF"/>
                    </a:solidFill>
                  </a:tcPr>
                </a:tc>
              </a:tr>
              <a:tr h="457200">
                <a:tc>
                  <a:txBody>
                    <a:bodyPr/>
                    <a:lstStyle/>
                    <a:p>
                      <a:r>
                        <a:rPr sz="1300" b="0">
                          <a:solidFill>
                            <a:srgbClr val="251144"/>
                          </a:solidFill>
                          <a:latin typeface="Arial"/>
                        </a:rPr>
                        <a:t>2</a:t>
                      </a:r>
                    </a:p>
                  </a:txBody>
                  <a:tcPr anchor="ctr">
                    <a:solidFill>
                      <a:srgbClr val="F1F1F4"/>
                    </a:solidFill>
                  </a:tcPr>
                </a:tc>
                <a:tc>
                  <a:txBody>
                    <a:bodyPr/>
                    <a:lstStyle/>
                    <a:p>
                      <a:r>
                        <a:rPr sz="1300" b="0">
                          <a:solidFill>
                            <a:srgbClr val="251144"/>
                          </a:solidFill>
                          <a:latin typeface="Arial"/>
                        </a:rPr>
                        <a:t>Reality check: you can't buy parity. The $4,676 call</a:t>
                      </a:r>
                    </a:p>
                  </a:txBody>
                  <a:tcPr anchor="ctr">
                    <a:solidFill>
                      <a:srgbClr val="F1F1F4"/>
                    </a:solidFill>
                  </a:tcPr>
                </a:tc>
                <a:tc>
                  <a:txBody>
                    <a:bodyPr/>
                    <a:lstStyle/>
                    <a:p>
                      <a:r>
                        <a:rPr sz="1300" b="0">
                          <a:solidFill>
                            <a:srgbClr val="251144"/>
                          </a:solidFill>
                          <a:latin typeface="Arial"/>
                        </a:rPr>
                        <a:t>5</a:t>
                      </a:r>
                    </a:p>
                  </a:txBody>
                  <a:tcPr anchor="ctr">
                    <a:solidFill>
                      <a:srgbClr val="F1F1F4"/>
                    </a:solidFill>
                  </a:tcPr>
                </a:tc>
              </a:tr>
              <a:tr h="457200">
                <a:tc>
                  <a:txBody>
                    <a:bodyPr/>
                    <a:lstStyle/>
                    <a:p>
                      <a:r>
                        <a:rPr sz="1300" b="0">
                          <a:solidFill>
                            <a:srgbClr val="251144"/>
                          </a:solidFill>
                          <a:latin typeface="Arial"/>
                        </a:rPr>
                        <a:t>3</a:t>
                      </a:r>
                    </a:p>
                  </a:txBody>
                  <a:tcPr anchor="ctr">
                    <a:solidFill>
                      <a:srgbClr val="FFFFFF"/>
                    </a:solidFill>
                  </a:tcPr>
                </a:tc>
                <a:tc>
                  <a:txBody>
                    <a:bodyPr/>
                    <a:lstStyle/>
                    <a:p>
                      <a:r>
                        <a:rPr sz="1300" b="0">
                          <a:solidFill>
                            <a:srgbClr val="251144"/>
                          </a:solidFill>
                          <a:latin typeface="Arial"/>
                        </a:rPr>
                        <a:t>The measured verdict: one-shot, agent loop, the build test</a:t>
                      </a:r>
                    </a:p>
                  </a:txBody>
                  <a:tcPr anchor="ctr">
                    <a:solidFill>
                      <a:srgbClr val="FFFFFF"/>
                    </a:solidFill>
                  </a:tcPr>
                </a:tc>
                <a:tc>
                  <a:txBody>
                    <a:bodyPr/>
                    <a:lstStyle/>
                    <a:p>
                      <a:r>
                        <a:rPr sz="1300" b="0">
                          <a:solidFill>
                            <a:srgbClr val="251144"/>
                          </a:solidFill>
                          <a:latin typeface="Arial"/>
                        </a:rPr>
                        <a:t>12</a:t>
                      </a:r>
                    </a:p>
                  </a:txBody>
                  <a:tcPr anchor="ctr">
                    <a:solidFill>
                      <a:srgbClr val="FFFFFF"/>
                    </a:solidFill>
                  </a:tcPr>
                </a:tc>
              </a:tr>
              <a:tr h="457200">
                <a:tc>
                  <a:txBody>
                    <a:bodyPr/>
                    <a:lstStyle/>
                    <a:p>
                      <a:r>
                        <a:rPr sz="1300" b="0">
                          <a:solidFill>
                            <a:srgbClr val="251144"/>
                          </a:solidFill>
                          <a:latin typeface="Arial"/>
                        </a:rPr>
                        <a:t>4</a:t>
                      </a:r>
                    </a:p>
                  </a:txBody>
                  <a:tcPr anchor="ctr">
                    <a:solidFill>
                      <a:srgbClr val="F1F1F4"/>
                    </a:solidFill>
                  </a:tcPr>
                </a:tc>
                <a:tc>
                  <a:txBody>
                    <a:bodyPr/>
                    <a:lstStyle/>
                    <a:p>
                      <a:r>
                        <a:rPr sz="1300" b="0">
                          <a:solidFill>
                            <a:srgbClr val="251144"/>
                          </a:solidFill>
                          <a:latin typeface="Arial"/>
                        </a:rPr>
                        <a:t>Economics, recommendation, honest caveats</a:t>
                      </a:r>
                    </a:p>
                  </a:txBody>
                  <a:tcPr anchor="ctr">
                    <a:solidFill>
                      <a:srgbClr val="F1F1F4"/>
                    </a:solidFill>
                  </a:tcPr>
                </a:tc>
                <a:tc>
                  <a:txBody>
                    <a:bodyPr/>
                    <a:lstStyle/>
                    <a:p>
                      <a:r>
                        <a:rPr sz="1300" b="0">
                          <a:solidFill>
                            <a:srgbClr val="251144"/>
                          </a:solidFill>
                          <a:latin typeface="Arial"/>
                        </a:rPr>
                        <a:t>5</a:t>
                      </a:r>
                    </a:p>
                  </a:txBody>
                  <a:tcPr anchor="ctr">
                    <a:solidFill>
                      <a:srgbClr val="F1F1F4"/>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822960" y="2331720"/>
            <a:ext cx="9326880" cy="548640"/>
          </a:xfrm>
          <a:prstGeom prst="rect">
            <a:avLst/>
          </a:prstGeom>
          <a:noFill/>
        </p:spPr>
        <p:txBody>
          <a:bodyPr wrap="square">
            <a:noAutofit/>
          </a:bodyPr>
          <a:lstStyle/>
          <a:p>
            <a:r>
              <a:rPr sz="2000" b="1">
                <a:solidFill>
                  <a:srgbClr val="FFED4C"/>
                </a:solidFill>
              </a:rPr>
              <a:t>ACT ONE</a:t>
            </a:r>
          </a:p>
        </p:txBody>
      </p:sp>
      <p:sp>
        <p:nvSpPr>
          <p:cNvPr id="4" name="TextBox 3"/>
          <p:cNvSpPr txBox="1"/>
          <p:nvPr/>
        </p:nvSpPr>
        <p:spPr>
          <a:xfrm>
            <a:off x="822960" y="2880360"/>
            <a:ext cx="9326880" cy="1737360"/>
          </a:xfrm>
          <a:prstGeom prst="rect">
            <a:avLst/>
          </a:prstGeom>
          <a:noFill/>
        </p:spPr>
        <p:txBody>
          <a:bodyPr wrap="square">
            <a:noAutofit/>
          </a:bodyPr>
          <a:lstStyle/>
          <a:p>
            <a:r>
              <a:rPr sz="4000" b="1">
                <a:solidFill>
                  <a:srgbClr val="FFFFFF"/>
                </a:solidFill>
              </a:rPr>
              <a:t>The route: three machines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Why start on a Raspberry Pi? Why not?</a:t>
            </a:r>
          </a:p>
        </p:txBody>
      </p:sp>
      <p:sp>
        <p:nvSpPr>
          <p:cNvPr id="3" name="Text Placeholder 2"/>
          <p:cNvSpPr>
            <a:spLocks noGrp="1"/>
          </p:cNvSpPr>
          <p:nvPr>
            <p:ph type="body" idx="1"/>
          </p:nvPr>
        </p:nvSpPr>
        <p:spPr/>
        <p:txBody>
          <a:bodyPr wrap="square">
            <a:noAutofit/>
          </a:bodyPr>
          <a:lstStyle/>
          <a:p>
            <a:pPr>
              <a:spcAft>
                <a:spcPts val="600"/>
              </a:spcAft>
              <a:defRPr sz="1800"/>
            </a:pPr>
            <a:r>
              <a:rPr sz="1800"/>
              <a:t>I learn by jumping in and getting my hands on the thing.</a:t>
            </a:r>
          </a:p>
          <a:p>
            <a:pPr>
              <a:spcAft>
                <a:spcPts val="600"/>
              </a:spcAft>
              <a:defRPr sz="1800"/>
            </a:pPr>
            <a:r>
              <a:rPr sz="1800"/>
              <a:t>I already had a Raspberry Pi from tinkering projects with my daughter.</a:t>
            </a:r>
          </a:p>
          <a:p>
            <a:pPr>
              <a:spcAft>
                <a:spcPts val="600"/>
              </a:spcAft>
              <a:defRPr sz="1800"/>
            </a:pPr>
            <a:r>
              <a:rPr sz="1800"/>
              <a:t>Could it run a little LLM for the house? It did, so I got greedy: could it handle my actual dev workload?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The question</a:t>
            </a:r>
          </a:p>
        </p:txBody>
      </p:sp>
      <p:sp>
        <p:nvSpPr>
          <p:cNvPr id="3" name="Text Placeholder 2"/>
          <p:cNvSpPr>
            <a:spLocks noGrp="1"/>
          </p:cNvSpPr>
          <p:nvPr>
            <p:ph type="body" idx="1"/>
          </p:nvPr>
        </p:nvSpPr>
        <p:spPr/>
        <p:txBody>
          <a:bodyPr wrap="square">
            <a:noAutofit/>
          </a:bodyPr>
          <a:lstStyle/>
          <a:p>
            <a:pPr>
              <a:spcAft>
                <a:spcPts val="600"/>
              </a:spcAft>
              <a:defRPr sz="1800"/>
            </a:pPr>
            <a:r>
              <a:rPr sz="1800"/>
              <a:t>Can I run a 'SOTA' local LLM at home, usable as my Claude Code backend, and stop paying for cloud?</a:t>
            </a:r>
          </a:p>
          <a:p>
            <a:pPr>
              <a:spcAft>
                <a:spcPts val="600"/>
              </a:spcAft>
              <a:defRPr sz="1800"/>
            </a:pPr>
            <a:r>
              <a:rPr sz="1800"/>
              <a:t>Two things to find out:</a:t>
            </a:r>
          </a:p>
          <a:p>
            <a:pPr lvl="1">
              <a:spcAft>
                <a:spcPts val="600"/>
              </a:spcAft>
              <a:defRPr sz="1500"/>
            </a:pPr>
            <a:r>
              <a:rPr sz="1500"/>
              <a:t>Is it possible, and at what hardware/cost?</a:t>
            </a:r>
          </a:p>
          <a:p>
            <a:pPr lvl="1">
              <a:spcAft>
                <a:spcPts val="600"/>
              </a:spcAft>
              <a:defRPr sz="1500"/>
            </a:pPr>
            <a:r>
              <a:rPr sz="1500"/>
              <a:t>Is it good enough, measured, not vibes?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The route: three machines, three verdicts</a:t>
            </a:r>
          </a:p>
        </p:txBody>
      </p:sp>
      <p:graphicFrame>
        <p:nvGraphicFramePr>
          <p:cNvPr id="3" name="Table 2"/>
          <p:cNvGraphicFramePr>
            <a:graphicFrameLocks noGrp="1"/>
          </p:cNvGraphicFramePr>
          <p:nvPr/>
        </p:nvGraphicFramePr>
        <p:xfrm>
          <a:off x="548640" y="1554480"/>
          <a:ext cx="9875519" cy="2743200"/>
        </p:xfrm>
        <a:graphic>
          <a:graphicData uri="http://schemas.openxmlformats.org/drawingml/2006/table">
            <a:tbl>
              <a:tblPr firstRow="1" bandRow="1">
                <a:tableStyleId>{5C22544A-7EE6-4342-B048-85BDC9FD1C3A}</a:tableStyleId>
              </a:tblPr>
              <a:tblGrid>
                <a:gridCol w="735411"/>
                <a:gridCol w="3361879"/>
                <a:gridCol w="5778229"/>
              </a:tblGrid>
              <a:tr h="457200">
                <a:tc>
                  <a:txBody>
                    <a:bodyPr/>
                    <a:lstStyle/>
                    <a:p>
                      <a:r>
                        <a:rPr b="1" sz="1300">
                          <a:solidFill>
                            <a:srgbClr val="FFFFFF"/>
                          </a:solidFill>
                          <a:latin typeface="Arial"/>
                        </a:rPr>
                        <a:t>Stop</a:t>
                      </a:r>
                    </a:p>
                  </a:txBody>
                  <a:tcPr anchor="ctr">
                    <a:solidFill>
                      <a:srgbClr val="835BA3"/>
                    </a:solidFill>
                  </a:tcPr>
                </a:tc>
                <a:tc>
                  <a:txBody>
                    <a:bodyPr/>
                    <a:lstStyle/>
                    <a:p>
                      <a:r>
                        <a:rPr b="1" sz="1300">
                          <a:solidFill>
                            <a:srgbClr val="FFFFFF"/>
                          </a:solidFill>
                          <a:latin typeface="Arial"/>
                        </a:rPr>
                        <a:t>Hardware</a:t>
                      </a:r>
                    </a:p>
                  </a:txBody>
                  <a:tcPr anchor="ctr">
                    <a:solidFill>
                      <a:srgbClr val="835BA3"/>
                    </a:solidFill>
                  </a:tcPr>
                </a:tc>
                <a:tc>
                  <a:txBody>
                    <a:bodyPr/>
                    <a:lstStyle/>
                    <a:p>
                      <a:r>
                        <a:rPr b="1" sz="1300">
                          <a:solidFill>
                            <a:srgbClr val="FFFFFF"/>
                          </a:solidFill>
                          <a:latin typeface="Arial"/>
                        </a:rPr>
                        <a:t>Verdict</a:t>
                      </a:r>
                    </a:p>
                  </a:txBody>
                  <a:tcPr anchor="ctr">
                    <a:solidFill>
                      <a:srgbClr val="835BA3"/>
                    </a:solidFill>
                  </a:tcPr>
                </a:tc>
              </a:tr>
              <a:tr h="457200">
                <a:tc>
                  <a:txBody>
                    <a:bodyPr/>
                    <a:lstStyle/>
                    <a:p>
                      <a:r>
                        <a:rPr sz="1200" b="0">
                          <a:solidFill>
                            <a:srgbClr val="251144"/>
                          </a:solidFill>
                          <a:latin typeface="Arial"/>
                        </a:rPr>
                        <a:t>1</a:t>
                      </a:r>
                    </a:p>
                  </a:txBody>
                  <a:tcPr anchor="ctr">
                    <a:solidFill>
                      <a:srgbClr val="FFFFFF"/>
                    </a:solidFill>
                  </a:tcPr>
                </a:tc>
                <a:tc>
                  <a:txBody>
                    <a:bodyPr/>
                    <a:lstStyle/>
                    <a:p>
                      <a:r>
                        <a:rPr sz="1200" b="0">
                          <a:solidFill>
                            <a:srgbClr val="251144"/>
                          </a:solidFill>
                          <a:latin typeface="Arial"/>
                        </a:rPr>
                        <a:t>Raspberry Pi 5 + AI HAT+ 2 (Hailo-10H)</a:t>
                      </a:r>
                    </a:p>
                  </a:txBody>
                  <a:tcPr anchor="ctr">
                    <a:solidFill>
                      <a:srgbClr val="FFFFFF"/>
                    </a:solidFill>
                  </a:tcPr>
                </a:tc>
                <a:tc>
                  <a:txBody>
                    <a:bodyPr/>
                    <a:lstStyle/>
                    <a:p>
                      <a:r>
                        <a:rPr sz="1200" b="0">
                          <a:solidFill>
                            <a:srgbClr val="251144"/>
                          </a:solidFill>
                          <a:latin typeface="Arial"/>
                        </a:rPr>
                        <a:t>Dead end: Hailo runs vision; LLMs fall to the Pi CPU at ~5 tok/s (measured)</a:t>
                      </a:r>
                    </a:p>
                  </a:txBody>
                  <a:tcPr anchor="ctr">
                    <a:solidFill>
                      <a:srgbClr val="FFFFFF"/>
                    </a:solidFill>
                  </a:tcPr>
                </a:tc>
              </a:tr>
              <a:tr h="457200">
                <a:tc>
                  <a:txBody>
                    <a:bodyPr/>
                    <a:lstStyle/>
                    <a:p>
                      <a:r>
                        <a:rPr sz="1200" b="0">
                          <a:solidFill>
                            <a:srgbClr val="251144"/>
                          </a:solidFill>
                          <a:latin typeface="Arial"/>
                        </a:rPr>
                        <a:t>2</a:t>
                      </a:r>
                    </a:p>
                  </a:txBody>
                  <a:tcPr anchor="ctr">
                    <a:solidFill>
                      <a:srgbClr val="F1F1F4"/>
                    </a:solidFill>
                  </a:tcPr>
                </a:tc>
                <a:tc>
                  <a:txBody>
                    <a:bodyPr/>
                    <a:lstStyle/>
                    <a:p>
                      <a:r>
                        <a:rPr sz="1200" b="0">
                          <a:solidFill>
                            <a:srgbClr val="251144"/>
                          </a:solidFill>
                          <a:latin typeface="Arial"/>
                        </a:rPr>
                        <a:t>MacBook Air M2 16GB ('Maral')</a:t>
                      </a:r>
                    </a:p>
                  </a:txBody>
                  <a:tcPr anchor="ctr">
                    <a:solidFill>
                      <a:srgbClr val="F1F1F4"/>
                    </a:solidFill>
                  </a:tcPr>
                </a:tc>
                <a:tc>
                  <a:txBody>
                    <a:bodyPr/>
                    <a:lstStyle/>
                    <a:p>
                      <a:r>
                        <a:rPr sz="1200" b="0">
                          <a:solidFill>
                            <a:srgbClr val="251144"/>
                          </a:solidFill>
                          <a:latin typeface="Arial"/>
                        </a:rPr>
                        <a:t>Did the grunt work (~5 hrs). qwen3:14b ~10 tok/s, kinda slow</a:t>
                      </a:r>
                    </a:p>
                  </a:txBody>
                  <a:tcPr anchor="ctr">
                    <a:solidFill>
                      <a:srgbClr val="F1F1F4"/>
                    </a:solidFill>
                  </a:tcPr>
                </a:tc>
              </a:tr>
              <a:tr h="457200">
                <a:tc>
                  <a:txBody>
                    <a:bodyPr/>
                    <a:lstStyle/>
                    <a:p>
                      <a:r>
                        <a:rPr sz="1200" b="0">
                          <a:solidFill>
                            <a:srgbClr val="251144"/>
                          </a:solidFill>
                          <a:latin typeface="Arial"/>
                        </a:rPr>
                        <a:t>3</a:t>
                      </a:r>
                    </a:p>
                  </a:txBody>
                  <a:tcPr anchor="ctr">
                    <a:solidFill>
                      <a:srgbClr val="FFFFFF"/>
                    </a:solidFill>
                  </a:tcPr>
                </a:tc>
                <a:tc>
                  <a:txBody>
                    <a:bodyPr/>
                    <a:lstStyle/>
                    <a:p>
                      <a:r>
                        <a:rPr sz="1200" b="0">
                          <a:solidFill>
                            <a:srgbClr val="251144"/>
                          </a:solidFill>
                          <a:latin typeface="Arial"/>
                        </a:rPr>
                        <a:t>The tuning wall</a:t>
                      </a:r>
                    </a:p>
                  </a:txBody>
                  <a:tcPr anchor="ctr">
                    <a:solidFill>
                      <a:srgbClr val="FFFFFF"/>
                    </a:solidFill>
                  </a:tcPr>
                </a:tc>
                <a:tc>
                  <a:txBody>
                    <a:bodyPr/>
                    <a:lstStyle/>
                    <a:p>
                      <a:r>
                        <a:rPr sz="1200" b="0">
                          <a:solidFill>
                            <a:srgbClr val="251144"/>
                          </a:solidFill>
                          <a:latin typeface="Arial"/>
                        </a:rPr>
                        <a:t>think:false = ~3x; quant sweep; prompt slim</a:t>
                      </a:r>
                    </a:p>
                  </a:txBody>
                  <a:tcPr anchor="ctr">
                    <a:solidFill>
                      <a:srgbClr val="FFFFFF"/>
                    </a:solidFill>
                  </a:tcPr>
                </a:tc>
              </a:tr>
              <a:tr h="457200">
                <a:tc>
                  <a:txBody>
                    <a:bodyPr/>
                    <a:lstStyle/>
                    <a:p>
                      <a:r>
                        <a:rPr sz="1200" b="0">
                          <a:solidFill>
                            <a:srgbClr val="251144"/>
                          </a:solidFill>
                          <a:latin typeface="Arial"/>
                        </a:rPr>
                        <a:t>4</a:t>
                      </a:r>
                    </a:p>
                  </a:txBody>
                  <a:tcPr anchor="ctr">
                    <a:solidFill>
                      <a:srgbClr val="F1F1F4"/>
                    </a:solidFill>
                  </a:tcPr>
                </a:tc>
                <a:tc>
                  <a:txBody>
                    <a:bodyPr/>
                    <a:lstStyle/>
                    <a:p>
                      <a:r>
                        <a:rPr sz="1200" b="0">
                          <a:solidFill>
                            <a:srgbClr val="251144"/>
                          </a:solidFill>
                          <a:latin typeface="Arial"/>
                        </a:rPr>
                        <a:t>Reality check</a:t>
                      </a:r>
                    </a:p>
                  </a:txBody>
                  <a:tcPr anchor="ctr">
                    <a:solidFill>
                      <a:srgbClr val="F1F1F4"/>
                    </a:solidFill>
                  </a:tcPr>
                </a:tc>
                <a:tc>
                  <a:txBody>
                    <a:bodyPr/>
                    <a:lstStyle/>
                    <a:p>
                      <a:r>
                        <a:rPr sz="1200" b="0">
                          <a:solidFill>
                            <a:srgbClr val="251144"/>
                          </a:solidFill>
                          <a:latin typeface="Arial"/>
                        </a:rPr>
                        <a:t>Frontier parity NOT purchasable locally at any price</a:t>
                      </a:r>
                    </a:p>
                  </a:txBody>
                  <a:tcPr anchor="ctr">
                    <a:solidFill>
                      <a:srgbClr val="F1F1F4"/>
                    </a:solidFill>
                  </a:tcPr>
                </a:tc>
              </a:tr>
              <a:tr h="457200">
                <a:tc>
                  <a:txBody>
                    <a:bodyPr/>
                    <a:lstStyle/>
                    <a:p>
                      <a:r>
                        <a:rPr sz="1200" b="0">
                          <a:solidFill>
                            <a:srgbClr val="251144"/>
                          </a:solidFill>
                          <a:latin typeface="Arial"/>
                        </a:rPr>
                        <a:t>5</a:t>
                      </a:r>
                    </a:p>
                  </a:txBody>
                  <a:tcPr anchor="ctr">
                    <a:solidFill>
                      <a:srgbClr val="FFFFFF"/>
                    </a:solidFill>
                  </a:tcPr>
                </a:tc>
                <a:tc>
                  <a:txBody>
                    <a:bodyPr/>
                    <a:lstStyle/>
                    <a:p>
                      <a:r>
                        <a:rPr sz="1200" b="0">
                          <a:solidFill>
                            <a:srgbClr val="251144"/>
                          </a:solidFill>
                          <a:latin typeface="Arial"/>
                        </a:rPr>
                        <a:t>Mac Studio M3 Ultra 96GB ($4,676)</a:t>
                      </a:r>
                    </a:p>
                  </a:txBody>
                  <a:tcPr anchor="ctr">
                    <a:solidFill>
                      <a:srgbClr val="FFFFFF"/>
                    </a:solidFill>
                  </a:tcPr>
                </a:tc>
                <a:tc>
                  <a:txBody>
                    <a:bodyPr/>
                    <a:lstStyle/>
                    <a:p>
                      <a:r>
                        <a:rPr sz="1200" b="0">
                          <a:solidFill>
                            <a:srgbClr val="251144"/>
                          </a:solidFill>
                          <a:latin typeface="Arial"/>
                        </a:rPr>
                        <a:t>Ties Opus on coding @ 68 tok/s, $0/mo</a:t>
                      </a:r>
                    </a:p>
                  </a:txBody>
                  <a:tcPr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Dead end #1: a valiant vision box, wrong job</a:t>
            </a:r>
          </a:p>
        </p:txBody>
      </p:sp>
      <p:sp>
        <p:nvSpPr>
          <p:cNvPr id="3" name="Text Placeholder 2"/>
          <p:cNvSpPr>
            <a:spLocks noGrp="1"/>
          </p:cNvSpPr>
          <p:nvPr>
            <p:ph type="body" idx="1"/>
          </p:nvPr>
        </p:nvSpPr>
        <p:spPr/>
        <p:txBody>
          <a:bodyPr wrap="square">
            <a:noAutofit/>
          </a:bodyPr>
          <a:lstStyle/>
          <a:p>
            <a:pPr>
              <a:spcAft>
                <a:spcPts val="600"/>
              </a:spcAft>
              <a:defRPr sz="1800"/>
            </a:pPr>
            <a:r>
              <a:rPr sz="1800"/>
              <a:t>Verified on the actual board (I SSH'd in): Pi 5 + Hailo-10H, 40-TOPS (tera-operations per second) INT4 NPU (neural processing unit), 8GB on-board, HailoRT 5.1.1. A real gen-AI accelerator.</a:t>
            </a:r>
          </a:p>
          <a:p>
            <a:pPr>
              <a:spcAft>
                <a:spcPts val="600"/>
              </a:spcAft>
              <a:defRPr sz="1800"/>
            </a:pPr>
            <a:r>
              <a:rPr sz="1800"/>
              <a:t>But every model compiled to the Hailo is </a:t>
            </a:r>
            <a:r>
              <a:rPr b="1" sz="1800"/>
              <a:t>vision</a:t>
            </a:r>
            <a:r>
              <a:rPr sz="1800"/>
              <a:t> (YOLO, ResNet). Using it for LLMs needs Hailo's own build pipeline (</a:t>
            </a:r>
            <a:r>
              <a:rPr sz="1800">
                <a:latin typeface="Consolas"/>
              </a:rPr>
              <a:t>simple_llm_chat</a:t>
            </a:r>
            <a:r>
              <a:rPr sz="1800"/>
              <a:t>), not a drop-in OpenAI/Ollama endpoint.</a:t>
            </a:r>
          </a:p>
          <a:p>
            <a:pPr>
              <a:spcAft>
                <a:spcPts val="600"/>
              </a:spcAft>
              <a:defRPr sz="1800"/>
            </a:pPr>
            <a:r>
              <a:rPr sz="1800"/>
              <a:t>The connectable path is </a:t>
            </a:r>
            <a:r>
              <a:rPr b="1" sz="1800"/>
              <a:t>ollama on the Pi 5 CPU</a:t>
            </a:r>
            <a:r>
              <a:rPr sz="1800"/>
              <a:t> (port 11434, qwen2.5-coder 3b/7b). Claude Code can point at it, but it's the slow CPU, not the accelerator.</a:t>
            </a:r>
          </a:p>
          <a:p>
            <a:pPr>
              <a:spcAft>
                <a:spcPts val="600"/>
              </a:spcAft>
              <a:defRPr sz="1800"/>
            </a:pPr>
            <a:r>
              <a:rPr b="1" sz="1800"/>
              <a:t>Measured on the box: qwen2.5-coder:3b = 5 tok/s on the Pi CPU.</a:t>
            </a:r>
            <a:r>
              <a:rPr sz="1800"/>
              <a:t> Too slow, and 3-8B with small context is too small for a 64k-context coding agent.</a:t>
            </a:r>
          </a:p>
          <a:p>
            <a:pPr>
              <a:spcAft>
                <a:spcPts val="600"/>
              </a:spcAft>
              <a:defRPr sz="1800"/>
            </a:pPr>
            <a:r>
              <a:rPr b="1" sz="1800"/>
              <a:t>Lesson:</a:t>
            </a:r>
            <a:r>
              <a:rPr sz="1800"/>
              <a:t> the accelerator is real, but there's no fast, drop-in LLM endpoint, the easy path is the slow CPU. Right edge box, wrong job for a coding agent.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Showing the work: 2 slow 2 furious</a:t>
            </a:r>
          </a:p>
        </p:txBody>
      </p:sp>
      <p:sp>
        <p:nvSpPr>
          <p:cNvPr id="3" name="Text Placeholder 2"/>
          <p:cNvSpPr>
            <a:spLocks noGrp="1"/>
          </p:cNvSpPr>
          <p:nvPr>
            <p:ph type="body" idx="1"/>
          </p:nvPr>
        </p:nvSpPr>
        <p:spPr>
          <a:xfrm>
            <a:ext cx="6309360" cy="0"/>
          </a:xfrm>
        </p:spPr>
        <p:txBody>
          <a:bodyPr wrap="square">
            <a:noAutofit/>
          </a:bodyPr>
          <a:lstStyle/>
          <a:p>
            <a:pPr>
              <a:spcAft>
                <a:spcPts val="600"/>
              </a:spcAft>
              <a:defRPr sz="1300"/>
            </a:pPr>
            <a:r>
              <a:rPr sz="1300"/>
              <a:t>I SSH'd in and measured both paths myself. qwen2.5-coder:3b on the Pi 5 CPU (ollama): </a:t>
            </a:r>
            <a:r>
              <a:rPr b="1" sz="1300"/>
              <a:t>5 tok/s</a:t>
            </a:r>
            <a:r>
              <a:rPr sz="1300"/>
              <a:t>. Qwen2.5-1.5B on the Hailo accelerator itself: </a:t>
            </a:r>
            <a:r>
              <a:rPr b="1" sz="1300"/>
              <a:t>7.3 tok/s</a:t>
            </a:r>
            <a:r>
              <a:rPr sz="1300"/>
              <a:t> (downloaded the HEF, ran it).</a:t>
            </a:r>
          </a:p>
          <a:p>
            <a:pPr>
              <a:spcAft>
                <a:spcPts val="600"/>
              </a:spcAft>
              <a:defRPr sz="1300"/>
            </a:pPr>
            <a:r>
              <a:rPr sz="1300"/>
              <a:t>The numbers felt sus, so I checked independent reviewers, and </a:t>
            </a:r>
            <a:r>
              <a:rPr b="1" sz="1300"/>
              <a:t>the plain CPU often beats the Hailo on LLMs:</a:t>
            </a:r>
          </a:p>
          <a:p>
            <a:pPr lvl="1">
              <a:spcAft>
                <a:spcPts val="600"/>
              </a:spcAft>
              <a:defRPr sz="1000"/>
            </a:pPr>
            <a:r>
              <a:rPr sz="1000"/>
              <a:t>DeepSeek-R1 1.5B: 6.7 (Hailo) vs 9.0 (CPU). Qwen2.5-Coder 1.5B: 8.1 vs 10.3. Llama3.2 3B: 2.6 vs 4.8.</a:t>
            </a:r>
          </a:p>
          <a:p>
            <a:pPr>
              <a:spcAft>
                <a:spcPts val="600"/>
              </a:spcAft>
              <a:defRPr sz="1300"/>
            </a:pPr>
            <a:r>
              <a:rPr sz="1300"/>
              <a:t>Its real win is offloading the CPU and sipping power, not speed.</a:t>
            </a:r>
          </a:p>
          <a:p>
            <a:pPr>
              <a:spcAft>
                <a:spcPts val="600"/>
              </a:spcAft>
              <a:defRPr sz="1300"/>
            </a:pPr>
            <a:r>
              <a:rPr b="1" sz="1300"/>
              <a:t>Bottom line:</a:t>
            </a:r>
            <a:r>
              <a:rPr sz="1300"/>
              <a:t> the whole Hailo LLM zoo is 1-3B (yes, a 1.5B coder), and the accelerator can't beat the CPU. (Mine even botched 'reverse a string'.) Great low-power chatbot, never a coding agent.</a:t>
            </a:r>
          </a:p>
          <a:p>
            <a:pPr>
              <a:spcAft>
                <a:spcPts val="600"/>
              </a:spcAft>
              <a:defRPr sz="1300"/>
            </a:pPr>
            <a:r>
              <a:rPr sz="1300"/>
              <a:t>Sources: CNX Software + hardware-corner.net, AI HAT+ 2 reviews.</a:t>
            </a:r>
          </a:p>
        </p:txBody>
      </p:sp>
      <p:pic>
        <p:nvPicPr>
          <p:cNvPr id="4" name="Picture 3" descr="fast-furious.gif"/>
          <p:cNvPicPr>
            <a:picLocks noChangeAspect="1"/>
          </p:cNvPicPr>
          <p:nvPr/>
        </p:nvPicPr>
        <p:blipFill>
          <a:blip r:embed="rId3"/>
          <a:stretch>
            <a:fillRect/>
          </a:stretch>
        </p:blipFill>
        <p:spPr>
          <a:xfrm>
            <a:off x="6903720" y="1920240"/>
            <a:ext cx="3657600" cy="1569720"/>
          </a:xfrm>
          <a:prstGeom prst="rect">
            <a:avLst/>
          </a:prstGeom>
        </p:spPr>
      </p:pic>
      <p:sp>
        <p:nvSpPr>
          <p:cNvPr id="5" name="TextBox 4"/>
          <p:cNvSpPr txBox="1"/>
          <p:nvPr/>
        </p:nvSpPr>
        <p:spPr>
          <a:xfrm>
            <a:off x="6903720" y="3544824"/>
            <a:ext cx="3657600" cy="914400"/>
          </a:xfrm>
          <a:prstGeom prst="rect">
            <a:avLst/>
          </a:prstGeom>
          <a:noFill/>
        </p:spPr>
        <p:txBody>
          <a:bodyPr wrap="square">
            <a:noAutofit/>
          </a:bodyPr>
          <a:lstStyle/>
          <a:p>
            <a:pPr algn="ctr"/>
            <a:r>
              <a:rPr sz="1300" i="1">
                <a:solidFill>
                  <a:srgbClr val="412B71"/>
                </a:solidFill>
              </a:rPr>
              <a:t>“more like an AI decelerator than an AI accelerator”</a:t>
            </a:r>
          </a:p>
          <a:p>
            <a:pPr algn="ctr"/>
            <a:r>
              <a:rPr sz="1100">
                <a:solidFill>
                  <a:srgbClr val="412B71"/>
                </a:solidFill>
              </a:rPr>
              <a:t>— CNX Software, AI HAT+ 2 review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Maral: a spare 16GB Air, doing the most</a:t>
            </a:r>
          </a:p>
        </p:txBody>
      </p:sp>
      <p:sp>
        <p:nvSpPr>
          <p:cNvPr id="3" name="Text Placeholder 2"/>
          <p:cNvSpPr>
            <a:spLocks noGrp="1"/>
          </p:cNvSpPr>
          <p:nvPr>
            <p:ph type="body" idx="1"/>
          </p:nvPr>
        </p:nvSpPr>
        <p:spPr/>
        <p:txBody>
          <a:bodyPr wrap="square">
            <a:noAutofit/>
          </a:bodyPr>
          <a:lstStyle/>
          <a:p>
            <a:pPr>
              <a:spcAft>
                <a:spcPts val="600"/>
              </a:spcAft>
              <a:defRPr sz="1800"/>
            </a:pPr>
            <a:r>
              <a:rPr sz="1800"/>
              <a:t>qwen3:8b / :14b via Ollama's Anthropic endpoint, wired into Claude Code with one env block</a:t>
            </a:r>
          </a:p>
          <a:p>
            <a:pPr>
              <a:spcAft>
                <a:spcPts val="600"/>
              </a:spcAft>
              <a:defRPr sz="1800"/>
            </a:pPr>
            <a:r>
              <a:rPr sz="1800"/>
              <a:t>Plot twists:</a:t>
            </a:r>
          </a:p>
          <a:p>
            <a:pPr lvl="1">
              <a:spcAft>
                <a:spcPts val="600"/>
              </a:spcAft>
              <a:defRPr sz="1500"/>
            </a:pPr>
            <a:r>
              <a:rPr sz="1500"/>
              <a:t>Tool-use was already at parity with cloud. The worry? Misplaced.</a:t>
            </a:r>
          </a:p>
          <a:p>
            <a:pPr lvl="1">
              <a:spcAft>
                <a:spcPts val="600"/>
              </a:spcAft>
              <a:defRPr sz="1500"/>
            </a:pPr>
            <a:r>
              <a:rPr sz="1500"/>
              <a:t>Real pain wasn't the model, it was memory bandwidth and the WiFi driver crashing under load (rude)</a:t>
            </a:r>
          </a:p>
          <a:p>
            <a:pPr>
              <a:spcAft>
                <a:spcPts val="600"/>
              </a:spcAft>
              <a:defRPr sz="1800"/>
            </a:pPr>
            <a:r>
              <a:rPr sz="1800"/>
              <a:t>16GB is the floor, not a platform. Ran on vibes and about 5 hours of uptime.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The single best tuning knob: kill the thinking tax</a:t>
            </a:r>
          </a:p>
        </p:txBody>
      </p:sp>
      <p:sp>
        <p:nvSpPr>
          <p:cNvPr id="3" name="Text Placeholder 2"/>
          <p:cNvSpPr>
            <a:spLocks noGrp="1"/>
          </p:cNvSpPr>
          <p:nvPr>
            <p:ph type="body" idx="1"/>
          </p:nvPr>
        </p:nvSpPr>
        <p:spPr/>
        <p:txBody>
          <a:bodyPr wrap="square">
            <a:noAutofit/>
          </a:bodyPr>
          <a:lstStyle/>
          <a:p>
            <a:pPr>
              <a:spcAft>
                <a:spcPts val="600"/>
              </a:spcAft>
              <a:defRPr sz="1800"/>
            </a:pPr>
            <a:r>
              <a:rPr sz="1800"/>
              <a:t>Qwen3 emits a &lt;think&gt; trace before every answer.</a:t>
            </a:r>
          </a:p>
          <a:p>
            <a:pPr>
              <a:spcAft>
                <a:spcPts val="600"/>
              </a:spcAft>
              <a:defRPr sz="1800"/>
            </a:pPr>
            <a:r>
              <a:rPr sz="1800"/>
              <a:t>A coding answer needing 80 tokens cost 600, 8x the work.</a:t>
            </a:r>
          </a:p>
          <a:p>
            <a:pPr>
              <a:spcAft>
                <a:spcPts val="600"/>
              </a:spcAft>
              <a:defRPr sz="1800"/>
            </a:pPr>
            <a:r>
              <a:rPr sz="1800">
                <a:latin typeface="Consolas"/>
              </a:rPr>
              <a:t>CLAUDE_CODE_DISABLE_THINKING=1</a:t>
            </a:r>
            <a:r>
              <a:rPr sz="1800"/>
              <a:t>   (or {"think": false})</a:t>
            </a:r>
          </a:p>
          <a:p>
            <a:pPr>
              <a:spcAft>
                <a:spcPts val="600"/>
              </a:spcAft>
              <a:defRPr sz="1800"/>
            </a:pPr>
            <a:r>
              <a:rPr b="1" sz="1800"/>
              <a:t>~3x speedup from one env var.</a:t>
            </a:r>
            <a:r>
              <a:rPr sz="1800"/>
              <a:t> Everything else I tuned for a week? Secondary.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822960" y="2331720"/>
            <a:ext cx="9326880" cy="548640"/>
          </a:xfrm>
          <a:prstGeom prst="rect">
            <a:avLst/>
          </a:prstGeom>
          <a:noFill/>
        </p:spPr>
        <p:txBody>
          <a:bodyPr wrap="square">
            <a:noAutofit/>
          </a:bodyPr>
          <a:lstStyle/>
          <a:p>
            <a:r>
              <a:rPr sz="2000" b="1">
                <a:solidFill>
                  <a:srgbClr val="FFED4C"/>
                </a:solidFill>
              </a:rPr>
              <a:t>ACT TWO</a:t>
            </a:r>
          </a:p>
        </p:txBody>
      </p:sp>
      <p:sp>
        <p:nvSpPr>
          <p:cNvPr id="4" name="TextBox 3"/>
          <p:cNvSpPr txBox="1"/>
          <p:nvPr/>
        </p:nvSpPr>
        <p:spPr>
          <a:xfrm>
            <a:off x="822960" y="2880360"/>
            <a:ext cx="9326880" cy="1737360"/>
          </a:xfrm>
          <a:prstGeom prst="rect">
            <a:avLst/>
          </a:prstGeom>
          <a:noFill/>
        </p:spPr>
        <p:txBody>
          <a:bodyPr wrap="square">
            <a:noAutofit/>
          </a:bodyPr>
          <a:lstStyle/>
          <a:p>
            <a:r>
              <a:rPr sz="4000" b="1">
                <a:solidFill>
                  <a:srgbClr val="FFFFFF"/>
                </a:solidFill>
              </a:rPr>
              <a:t>Reality check &amp; the $4,676 call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Reality check: you can't buy frontier parity</a:t>
            </a:r>
          </a:p>
        </p:txBody>
      </p:sp>
      <p:graphicFrame>
        <p:nvGraphicFramePr>
          <p:cNvPr id="3" name="Table 2"/>
          <p:cNvGraphicFramePr>
            <a:graphicFrameLocks noGrp="1"/>
          </p:cNvGraphicFramePr>
          <p:nvPr/>
        </p:nvGraphicFramePr>
        <p:xfrm>
          <a:off x="548640" y="1554480"/>
          <a:ext cx="9875518" cy="1828800"/>
        </p:xfrm>
        <a:graphic>
          <a:graphicData uri="http://schemas.openxmlformats.org/drawingml/2006/table">
            <a:tbl>
              <a:tblPr firstRow="1" bandRow="1">
                <a:tableStyleId>{5C22544A-7EE6-4342-B048-85BDC9FD1C3A}</a:tableStyleId>
              </a:tblPr>
              <a:tblGrid>
                <a:gridCol w="1559292"/>
                <a:gridCol w="3638349"/>
                <a:gridCol w="2286962"/>
                <a:gridCol w="2390915"/>
              </a:tblGrid>
              <a:tr h="457200">
                <a:tc>
                  <a:txBody>
                    <a:bodyPr/>
                    <a:lstStyle/>
                    <a:p>
                      <a:r>
                        <a:rPr b="1" sz="1400">
                          <a:solidFill>
                            <a:srgbClr val="FFFFFF"/>
                          </a:solidFill>
                          <a:latin typeface="Arial"/>
                        </a:rPr>
                        <a:t>Tier</a:t>
                      </a:r>
                    </a:p>
                  </a:txBody>
                  <a:tcPr anchor="ctr">
                    <a:solidFill>
                      <a:srgbClr val="835BA3"/>
                    </a:solidFill>
                  </a:tcPr>
                </a:tc>
                <a:tc>
                  <a:txBody>
                    <a:bodyPr/>
                    <a:lstStyle/>
                    <a:p>
                      <a:r>
                        <a:rPr b="1" sz="1400">
                          <a:solidFill>
                            <a:srgbClr val="FFFFFF"/>
                          </a:solidFill>
                          <a:latin typeface="Arial"/>
                        </a:rPr>
                        <a:t>Best model you can run</a:t>
                      </a:r>
                    </a:p>
                  </a:txBody>
                  <a:tcPr anchor="ctr">
                    <a:solidFill>
                      <a:srgbClr val="835BA3"/>
                    </a:solidFill>
                  </a:tcPr>
                </a:tc>
                <a:tc>
                  <a:txBody>
                    <a:bodyPr/>
                    <a:lstStyle/>
                    <a:p>
                      <a:r>
                        <a:rPr b="1" sz="1400">
                          <a:solidFill>
                            <a:srgbClr val="FFFFFF"/>
                          </a:solidFill>
                          <a:latin typeface="Arial"/>
                        </a:rPr>
                        <a:t>SWE-bench Verified</a:t>
                      </a:r>
                    </a:p>
                  </a:txBody>
                  <a:tcPr anchor="ctr">
                    <a:solidFill>
                      <a:srgbClr val="835BA3"/>
                    </a:solidFill>
                  </a:tcPr>
                </a:tc>
                <a:tc>
                  <a:txBody>
                    <a:bodyPr/>
                    <a:lstStyle/>
                    <a:p>
                      <a:r>
                        <a:rPr b="1" sz="1400">
                          <a:solidFill>
                            <a:srgbClr val="FFFFFF"/>
                          </a:solidFill>
                          <a:latin typeface="Arial"/>
                        </a:rPr>
                        <a:t>Gap to Opus 4.8</a:t>
                      </a:r>
                    </a:p>
                  </a:txBody>
                  <a:tcPr anchor="ctr">
                    <a:solidFill>
                      <a:srgbClr val="835BA3"/>
                    </a:solidFill>
                  </a:tcPr>
                </a:tc>
              </a:tr>
              <a:tr h="457200">
                <a:tc>
                  <a:txBody>
                    <a:bodyPr/>
                    <a:lstStyle/>
                    <a:p>
                      <a:r>
                        <a:rPr sz="1300" b="0">
                          <a:solidFill>
                            <a:srgbClr val="251144"/>
                          </a:solidFill>
                          <a:latin typeface="Arial"/>
                        </a:rPr>
                        <a:t>96GB Mac</a:t>
                      </a:r>
                    </a:p>
                  </a:txBody>
                  <a:tcPr anchor="ctr">
                    <a:solidFill>
                      <a:srgbClr val="FFFFFF"/>
                    </a:solidFill>
                  </a:tcPr>
                </a:tc>
                <a:tc>
                  <a:txBody>
                    <a:bodyPr/>
                    <a:lstStyle/>
                    <a:p>
                      <a:r>
                        <a:rPr sz="1300" b="0">
                          <a:solidFill>
                            <a:srgbClr val="251144"/>
                          </a:solidFill>
                          <a:latin typeface="Arial"/>
                        </a:rPr>
                        <a:t>Qwen3.6-27B (what I benched)</a:t>
                      </a:r>
                    </a:p>
                  </a:txBody>
                  <a:tcPr anchor="ctr">
                    <a:solidFill>
                      <a:srgbClr val="FFFFFF"/>
                    </a:solidFill>
                  </a:tcPr>
                </a:tc>
                <a:tc>
                  <a:txBody>
                    <a:bodyPr/>
                    <a:lstStyle/>
                    <a:p>
                      <a:r>
                        <a:rPr sz="1300" b="0">
                          <a:solidFill>
                            <a:srgbClr val="251144"/>
                          </a:solidFill>
                          <a:latin typeface="Arial"/>
                        </a:rPr>
                        <a:t>77.2%</a:t>
                      </a:r>
                    </a:p>
                  </a:txBody>
                  <a:tcPr anchor="ctr">
                    <a:solidFill>
                      <a:srgbClr val="FFFFFF"/>
                    </a:solidFill>
                  </a:tcPr>
                </a:tc>
                <a:tc>
                  <a:txBody>
                    <a:bodyPr/>
                    <a:lstStyle/>
                    <a:p>
                      <a:r>
                        <a:rPr sz="1300" b="0">
                          <a:solidFill>
                            <a:srgbClr val="251144"/>
                          </a:solidFill>
                          <a:latin typeface="Arial"/>
                        </a:rPr>
                        <a:t>−11</a:t>
                      </a:r>
                    </a:p>
                  </a:txBody>
                  <a:tcPr anchor="ctr">
                    <a:solidFill>
                      <a:srgbClr val="FFFFFF"/>
                    </a:solidFill>
                  </a:tcPr>
                </a:tc>
              </a:tr>
              <a:tr h="457200">
                <a:tc>
                  <a:txBody>
                    <a:bodyPr/>
                    <a:lstStyle/>
                    <a:p>
                      <a:r>
                        <a:rPr sz="1300" b="1">
                          <a:solidFill>
                            <a:srgbClr val="251144"/>
                          </a:solidFill>
                          <a:latin typeface="Arial"/>
                        </a:rPr>
                        <a:t>512GB ($11.5K)</a:t>
                      </a:r>
                    </a:p>
                  </a:txBody>
                  <a:tcPr anchor="ctr">
                    <a:solidFill>
                      <a:srgbClr val="F1F1F4"/>
                    </a:solidFill>
                  </a:tcPr>
                </a:tc>
                <a:tc>
                  <a:txBody>
                    <a:bodyPr/>
                    <a:lstStyle/>
                    <a:p>
                      <a:r>
                        <a:rPr sz="1300" b="1">
                          <a:solidFill>
                            <a:srgbClr val="251144"/>
                          </a:solidFill>
                          <a:latin typeface="Arial"/>
                        </a:rPr>
                        <a:t>DeepSeek-V4 (best open weight)</a:t>
                      </a:r>
                    </a:p>
                  </a:txBody>
                  <a:tcPr anchor="ctr">
                    <a:solidFill>
                      <a:srgbClr val="F1F1F4"/>
                    </a:solidFill>
                  </a:tcPr>
                </a:tc>
                <a:tc>
                  <a:txBody>
                    <a:bodyPr/>
                    <a:lstStyle/>
                    <a:p>
                      <a:r>
                        <a:rPr sz="1300" b="1">
                          <a:solidFill>
                            <a:srgbClr val="251144"/>
                          </a:solidFill>
                          <a:latin typeface="Arial"/>
                        </a:rPr>
                        <a:t>80.6%</a:t>
                      </a:r>
                    </a:p>
                  </a:txBody>
                  <a:tcPr anchor="ctr">
                    <a:solidFill>
                      <a:srgbClr val="F1F1F4"/>
                    </a:solidFill>
                  </a:tcPr>
                </a:tc>
                <a:tc>
                  <a:txBody>
                    <a:bodyPr/>
                    <a:lstStyle/>
                    <a:p>
                      <a:r>
                        <a:rPr sz="1300" b="1">
                          <a:solidFill>
                            <a:srgbClr val="251144"/>
                          </a:solidFill>
                          <a:latin typeface="Arial"/>
                        </a:rPr>
                        <a:t>−8 (still short!)</a:t>
                      </a:r>
                    </a:p>
                  </a:txBody>
                  <a:tcPr anchor="ctr">
                    <a:solidFill>
                      <a:srgbClr val="F1F1F4"/>
                    </a:solidFill>
                  </a:tcPr>
                </a:tc>
              </a:tr>
              <a:tr h="457200">
                <a:tc>
                  <a:txBody>
                    <a:bodyPr/>
                    <a:lstStyle/>
                    <a:p>
                      <a:r>
                        <a:rPr sz="1300" b="0">
                          <a:solidFill>
                            <a:srgbClr val="251144"/>
                          </a:solidFill>
                          <a:latin typeface="Arial"/>
                        </a:rPr>
                        <a:t>Cloud</a:t>
                      </a:r>
                    </a:p>
                  </a:txBody>
                  <a:tcPr anchor="ctr">
                    <a:solidFill>
                      <a:srgbClr val="FFFFFF"/>
                    </a:solidFill>
                  </a:tcPr>
                </a:tc>
                <a:tc>
                  <a:txBody>
                    <a:bodyPr/>
                    <a:lstStyle/>
                    <a:p>
                      <a:r>
                        <a:rPr sz="1300" b="1">
                          <a:solidFill>
                            <a:srgbClr val="251144"/>
                          </a:solidFill>
                          <a:latin typeface="Arial"/>
                        </a:rPr>
                        <a:t>Opus 4.8</a:t>
                      </a:r>
                    </a:p>
                  </a:txBody>
                  <a:tcPr anchor="ctr">
                    <a:solidFill>
                      <a:srgbClr val="FFFFFF"/>
                    </a:solidFill>
                  </a:tcPr>
                </a:tc>
                <a:tc>
                  <a:txBody>
                    <a:bodyPr/>
                    <a:lstStyle/>
                    <a:p>
                      <a:r>
                        <a:rPr sz="1300" b="1">
                          <a:solidFill>
                            <a:srgbClr val="251144"/>
                          </a:solidFill>
                          <a:latin typeface="Arial"/>
                        </a:rPr>
                        <a:t>88.6%</a:t>
                      </a:r>
                    </a:p>
                  </a:txBody>
                  <a:tcPr anchor="ctr">
                    <a:solidFill>
                      <a:srgbClr val="FFFFFF"/>
                    </a:solidFill>
                  </a:tcPr>
                </a:tc>
                <a:tc>
                  <a:txBody>
                    <a:bodyPr/>
                    <a:lstStyle/>
                    <a:p>
                      <a:r>
                        <a:rPr sz="1300" b="0">
                          <a:solidFill>
                            <a:srgbClr val="251144"/>
                          </a:solidFill>
                          <a:latin typeface="Arial"/>
                        </a:rPr>
                        <a:t>0</a:t>
                      </a:r>
                    </a:p>
                  </a:txBody>
                  <a:tcPr anchor="ctr">
                    <a:solidFill>
                      <a:srgbClr val="FFFFFF"/>
                    </a:solidFill>
                  </a:tcPr>
                </a:tc>
              </a:tr>
            </a:tbl>
          </a:graphicData>
        </a:graphic>
      </p:graphicFrame>
      <p:sp>
        <p:nvSpPr>
          <p:cNvPr id="4" name="TextBox 3"/>
          <p:cNvSpPr txBox="1"/>
          <p:nvPr/>
        </p:nvSpPr>
        <p:spPr>
          <a:xfrm>
            <a:off x="548640" y="3566160"/>
            <a:ext cx="9875520" cy="1005840"/>
          </a:xfrm>
          <a:prstGeom prst="rect">
            <a:avLst/>
          </a:prstGeom>
          <a:noFill/>
        </p:spPr>
        <p:txBody>
          <a:bodyPr wrap="square">
            <a:noAutofit/>
          </a:bodyPr>
          <a:lstStyle/>
          <a:p>
            <a:r>
              <a:rPr sz="1300">
                <a:solidFill>
                  <a:srgbClr val="412B71"/>
                </a:solidFill>
              </a:rPr>
              <a:t>Even the best open-weight model, on an $11.5K box, is 8 points behind Opus. </a:t>
            </a:r>
            <a:r>
              <a:rPr b="1" sz="1300">
                <a:solidFill>
                  <a:srgbClr val="412B71"/>
                </a:solidFill>
              </a:rPr>
              <a:t>The only thing that gives you Opus quality is Opus.</a:t>
            </a:r>
            <a:r>
              <a:rPr sz="1300">
                <a:solidFill>
                  <a:srgbClr val="412B71"/>
                </a:solidFill>
              </a:rPr>
              <a:t> (SWE-bench Verified, llm-stats.com; same 77.2 / 88.6 in 'Local AI is not Opus', blog.alexellis.io)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So the decision is about how close, not parity</a:t>
            </a:r>
          </a:p>
        </p:txBody>
      </p:sp>
      <p:sp>
        <p:nvSpPr>
          <p:cNvPr id="3" name="Text Placeholder 2"/>
          <p:cNvSpPr>
            <a:spLocks noGrp="1"/>
          </p:cNvSpPr>
          <p:nvPr>
            <p:ph type="body" idx="1"/>
          </p:nvPr>
        </p:nvSpPr>
        <p:spPr/>
        <p:txBody>
          <a:bodyPr wrap="square">
            <a:noAutofit/>
          </a:bodyPr>
          <a:lstStyle/>
          <a:p>
            <a:pPr>
              <a:spcAft>
                <a:spcPts val="600"/>
              </a:spcAft>
              <a:defRPr sz="1800"/>
            </a:pPr>
            <a:r>
              <a:rPr sz="1800"/>
              <a:t>Don't chase a number that isn't for sale</a:t>
            </a:r>
          </a:p>
          <a:p>
            <a:pPr>
              <a:spcAft>
                <a:spcPts val="600"/>
              </a:spcAft>
              <a:defRPr sz="1800"/>
            </a:pPr>
            <a:r>
              <a:rPr b="1" sz="1800"/>
              <a:t>Buy hardware for the 80%; keep an explicit `claude-cloud` for the 20%</a:t>
            </a:r>
          </a:p>
          <a:p>
            <a:pPr>
              <a:spcAft>
                <a:spcPts val="600"/>
              </a:spcAft>
              <a:defRPr sz="1800"/>
            </a:pPr>
            <a:r>
              <a:rPr sz="1800"/>
              <a:t>Denominate the choice in your actual task mix, not dollars or principle</a:t>
            </a:r>
          </a:p>
          <a:p>
            <a:pPr>
              <a:spcAft>
                <a:spcPts val="600"/>
              </a:spcAft>
              <a:defRPr sz="1800"/>
            </a:pPr>
            <a:r>
              <a:rPr sz="1800"/>
              <a:t>Sweet spot for one dev: </a:t>
            </a:r>
            <a:r>
              <a:rPr b="1" sz="1800"/>
              <a:t>~$4-5K, one Mac Studio, 96GB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The buy: $4,676 for a used M3 Ultra 96GB</a:t>
            </a:r>
          </a:p>
        </p:txBody>
      </p:sp>
      <p:sp>
        <p:nvSpPr>
          <p:cNvPr id="3" name="Text Placeholder 2"/>
          <p:cNvSpPr>
            <a:spLocks noGrp="1"/>
          </p:cNvSpPr>
          <p:nvPr>
            <p:ph type="body" idx="1"/>
          </p:nvPr>
        </p:nvSpPr>
        <p:spPr>
          <a:xfrm>
            <a:ext cx="5760720" cy="0"/>
          </a:xfrm>
        </p:spPr>
        <p:txBody>
          <a:bodyPr wrap="square">
            <a:noAutofit/>
          </a:bodyPr>
          <a:lstStyle/>
          <a:p>
            <a:pPr>
              <a:spcAft>
                <a:spcPts val="600"/>
              </a:spcAft>
              <a:defRPr sz="1800"/>
            </a:pPr>
            <a:r>
              <a:rPr sz="1800"/>
              <a:t>Apple-direct was 4 months backordered (M3 Ultra was EOL'd)</a:t>
            </a:r>
          </a:p>
          <a:p>
            <a:pPr>
              <a:spcAft>
                <a:spcPts val="600"/>
              </a:spcAft>
              <a:defRPr sz="1800"/>
            </a:pPr>
            <a:r>
              <a:rPr sz="1800"/>
              <a:t>Every reseller went dry within days, only the grey market left</a:t>
            </a:r>
          </a:p>
          <a:p>
            <a:pPr>
              <a:spcAft>
                <a:spcPts val="600"/>
              </a:spcAft>
              <a:defRPr sz="1800"/>
            </a:pPr>
            <a:r>
              <a:rPr sz="1800"/>
              <a:t>Verified a sealed eBay unit (buyer protection, 99.3% seller); $4,299 + tax. Wiring $4,676 to a stranger is its own personality test.</a:t>
            </a:r>
          </a:p>
          <a:p>
            <a:pPr>
              <a:spcAft>
                <a:spcPts val="600"/>
              </a:spcAft>
              <a:defRPr sz="1800"/>
            </a:pPr>
            <a:r>
              <a:rPr b="1" sz="1800"/>
              <a:t>Lesson:</a:t>
            </a:r>
            <a:r>
              <a:rPr sz="1800"/>
              <a:t> a just-discontinued machine vanishes from every channel at once. Buy current-gen before the refresh rumor.</a:t>
            </a:r>
          </a:p>
        </p:txBody>
      </p:sp>
      <p:pic>
        <p:nvPicPr>
          <p:cNvPr id="4" name="Picture 3" descr="mac-studio.jpg"/>
          <p:cNvPicPr>
            <a:picLocks noChangeAspect="1"/>
          </p:cNvPicPr>
          <p:nvPr/>
        </p:nvPicPr>
        <p:blipFill>
          <a:blip r:embed="rId3"/>
          <a:stretch>
            <a:fillRect/>
          </a:stretch>
        </p:blipFill>
        <p:spPr>
          <a:xfrm>
            <a:off x="6537960" y="2194560"/>
            <a:ext cx="4023360" cy="2112264"/>
          </a:xfrm>
          <a:prstGeom prst="rect">
            <a:avLst/>
          </a:prstGeom>
        </p:spPr>
      </p:pic>
      <p:sp>
        <p:nvSpPr>
          <p:cNvPr id="5" name="TextBox 4"/>
          <p:cNvSpPr txBox="1"/>
          <p:nvPr/>
        </p:nvSpPr>
        <p:spPr>
          <a:xfrm>
            <a:off x="6537960" y="4434840"/>
            <a:ext cx="4023360" cy="365760"/>
          </a:xfrm>
          <a:prstGeom prst="rect">
            <a:avLst/>
          </a:prstGeom>
          <a:noFill/>
        </p:spPr>
        <p:txBody>
          <a:bodyPr wrap="none">
            <a:spAutoFit/>
          </a:bodyPr>
          <a:lstStyle/>
          <a:p>
            <a:r>
              <a:rPr sz="1200" i="1">
                <a:solidFill>
                  <a:srgbClr val="412B71"/>
                </a:solidFill>
              </a:rPr>
              <a:t>the box running the LLM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822960" y="2331720"/>
            <a:ext cx="9326880" cy="548640"/>
          </a:xfrm>
          <a:prstGeom prst="rect">
            <a:avLst/>
          </a:prstGeom>
          <a:noFill/>
        </p:spPr>
        <p:txBody>
          <a:bodyPr wrap="square">
            <a:noAutofit/>
          </a:bodyPr>
          <a:lstStyle/>
          <a:p>
            <a:r>
              <a:rPr sz="2000" b="1">
                <a:solidFill>
                  <a:srgbClr val="FFED4C"/>
                </a:solidFill>
              </a:rPr>
              <a:t>ACT THREE</a:t>
            </a:r>
          </a:p>
        </p:txBody>
      </p:sp>
      <p:sp>
        <p:nvSpPr>
          <p:cNvPr id="4" name="TextBox 3"/>
          <p:cNvSpPr txBox="1"/>
          <p:nvPr/>
        </p:nvSpPr>
        <p:spPr>
          <a:xfrm>
            <a:off x="822960" y="2880360"/>
            <a:ext cx="9326880" cy="1737360"/>
          </a:xfrm>
          <a:prstGeom prst="rect">
            <a:avLst/>
          </a:prstGeom>
          <a:noFill/>
        </p:spPr>
        <p:txBody>
          <a:bodyPr wrap="square">
            <a:noAutofit/>
          </a:bodyPr>
          <a:lstStyle/>
          <a:p>
            <a:r>
              <a:rPr sz="4000" b="1">
                <a:solidFill>
                  <a:srgbClr val="FFFFFF"/>
                </a:solidFill>
              </a:rPr>
              <a:t>The measured verdict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The verdict: local ties cloud on coding</a:t>
            </a:r>
          </a:p>
        </p:txBody>
      </p:sp>
      <p:graphicFrame>
        <p:nvGraphicFramePr>
          <p:cNvPr id="3" name="Table 2"/>
          <p:cNvGraphicFramePr>
            <a:graphicFrameLocks noGrp="1"/>
          </p:cNvGraphicFramePr>
          <p:nvPr/>
        </p:nvGraphicFramePr>
        <p:xfrm>
          <a:off x="548640" y="1554480"/>
          <a:ext cx="9875518" cy="1828800"/>
        </p:xfrm>
        <a:graphic>
          <a:graphicData uri="http://schemas.openxmlformats.org/drawingml/2006/table">
            <a:tbl>
              <a:tblPr firstRow="1" bandRow="1">
                <a:tableStyleId>{5C22544A-7EE6-4342-B048-85BDC9FD1C3A}</a:tableStyleId>
              </a:tblPr>
              <a:tblGrid>
                <a:gridCol w="4647303"/>
                <a:gridCol w="2323651"/>
                <a:gridCol w="2904564"/>
              </a:tblGrid>
              <a:tr h="457200">
                <a:tc>
                  <a:txBody>
                    <a:bodyPr/>
                    <a:lstStyle/>
                    <a:p>
                      <a:r>
                        <a:rPr b="1" sz="1400">
                          <a:solidFill>
                            <a:srgbClr val="FFFFFF"/>
                          </a:solidFill>
                          <a:latin typeface="Arial"/>
                        </a:rPr>
                        <a:t>Model</a:t>
                      </a:r>
                    </a:p>
                  </a:txBody>
                  <a:tcPr anchor="ctr">
                    <a:solidFill>
                      <a:srgbClr val="835BA3"/>
                    </a:solidFill>
                  </a:tcPr>
                </a:tc>
                <a:tc>
                  <a:txBody>
                    <a:bodyPr/>
                    <a:lstStyle/>
                    <a:p>
                      <a:r>
                        <a:rPr b="1" sz="1400">
                          <a:solidFill>
                            <a:srgbClr val="FFFFFF"/>
                          </a:solidFill>
                          <a:latin typeface="Arial"/>
                        </a:rPr>
                        <a:t>Score</a:t>
                      </a:r>
                    </a:p>
                  </a:txBody>
                  <a:tcPr anchor="ctr">
                    <a:solidFill>
                      <a:srgbClr val="835BA3"/>
                    </a:solidFill>
                  </a:tcPr>
                </a:tc>
                <a:tc>
                  <a:txBody>
                    <a:bodyPr/>
                    <a:lstStyle/>
                    <a:p>
                      <a:r>
                        <a:rPr b="1" sz="1400">
                          <a:solidFill>
                            <a:srgbClr val="FFFFFF"/>
                          </a:solidFill>
                          <a:latin typeface="Arial"/>
                        </a:rPr>
                        <a:t>Speed</a:t>
                      </a:r>
                    </a:p>
                  </a:txBody>
                  <a:tcPr anchor="ctr">
                    <a:solidFill>
                      <a:srgbClr val="835BA3"/>
                    </a:solidFill>
                  </a:tcPr>
                </a:tc>
              </a:tr>
              <a:tr h="457200">
                <a:tc>
                  <a:txBody>
                    <a:bodyPr/>
                    <a:lstStyle/>
                    <a:p>
                      <a:r>
                        <a:rPr sz="1300" b="1">
                          <a:solidFill>
                            <a:srgbClr val="251144"/>
                          </a:solidFill>
                          <a:latin typeface="Arial"/>
                        </a:rPr>
                        <a:t>qwen3-coder:30b (local)</a:t>
                      </a:r>
                    </a:p>
                  </a:txBody>
                  <a:tcPr anchor="ctr">
                    <a:solidFill>
                      <a:srgbClr val="FFFFFF"/>
                    </a:solidFill>
                  </a:tcPr>
                </a:tc>
                <a:tc>
                  <a:txBody>
                    <a:bodyPr/>
                    <a:lstStyle/>
                    <a:p>
                      <a:r>
                        <a:rPr sz="1300" b="1">
                          <a:solidFill>
                            <a:srgbClr val="251144"/>
                          </a:solidFill>
                          <a:latin typeface="Arial"/>
                        </a:rPr>
                        <a:t>24 / 24</a:t>
                      </a:r>
                    </a:p>
                  </a:txBody>
                  <a:tcPr anchor="ctr">
                    <a:solidFill>
                      <a:srgbClr val="FFFFFF"/>
                    </a:solidFill>
                  </a:tcPr>
                </a:tc>
                <a:tc>
                  <a:txBody>
                    <a:bodyPr/>
                    <a:lstStyle/>
                    <a:p>
                      <a:r>
                        <a:rPr sz="1300" b="1">
                          <a:solidFill>
                            <a:srgbClr val="251144"/>
                          </a:solidFill>
                          <a:latin typeface="Arial"/>
                        </a:rPr>
                        <a:t>68 tok/s</a:t>
                      </a:r>
                    </a:p>
                  </a:txBody>
                  <a:tcPr anchor="ctr">
                    <a:solidFill>
                      <a:srgbClr val="FFFFFF"/>
                    </a:solidFill>
                  </a:tcPr>
                </a:tc>
              </a:tr>
              <a:tr h="457200">
                <a:tc>
                  <a:txBody>
                    <a:bodyPr/>
                    <a:lstStyle/>
                    <a:p>
                      <a:r>
                        <a:rPr sz="1300" b="0">
                          <a:solidFill>
                            <a:srgbClr val="251144"/>
                          </a:solidFill>
                          <a:latin typeface="Arial"/>
                        </a:rPr>
                        <a:t>Opus 4.8 (cloud)</a:t>
                      </a:r>
                    </a:p>
                  </a:txBody>
                  <a:tcPr anchor="ctr">
                    <a:solidFill>
                      <a:srgbClr val="F1F1F4"/>
                    </a:solidFill>
                  </a:tcPr>
                </a:tc>
                <a:tc>
                  <a:txBody>
                    <a:bodyPr/>
                    <a:lstStyle/>
                    <a:p>
                      <a:r>
                        <a:rPr sz="1300" b="0">
                          <a:solidFill>
                            <a:srgbClr val="251144"/>
                          </a:solidFill>
                          <a:latin typeface="Arial"/>
                        </a:rPr>
                        <a:t>24 / 24</a:t>
                      </a:r>
                    </a:p>
                  </a:txBody>
                  <a:tcPr anchor="ctr">
                    <a:solidFill>
                      <a:srgbClr val="F1F1F4"/>
                    </a:solidFill>
                  </a:tcPr>
                </a:tc>
                <a:tc>
                  <a:txBody>
                    <a:bodyPr/>
                    <a:lstStyle/>
                    <a:p>
                      <a:r>
                        <a:rPr sz="1300" b="0">
                          <a:solidFill>
                            <a:srgbClr val="251144"/>
                          </a:solidFill>
                          <a:latin typeface="Arial"/>
                        </a:rPr>
                        <a:t>-</a:t>
                      </a:r>
                    </a:p>
                  </a:txBody>
                  <a:tcPr anchor="ctr">
                    <a:solidFill>
                      <a:srgbClr val="F1F1F4"/>
                    </a:solidFill>
                  </a:tcPr>
                </a:tc>
              </a:tr>
              <a:tr h="457200">
                <a:tc>
                  <a:txBody>
                    <a:bodyPr/>
                    <a:lstStyle/>
                    <a:p>
                      <a:r>
                        <a:rPr sz="1300" b="0">
                          <a:solidFill>
                            <a:srgbClr val="251144"/>
                          </a:solidFill>
                          <a:latin typeface="Arial"/>
                        </a:rPr>
                        <a:t>qwen3:32b dense</a:t>
                      </a:r>
                    </a:p>
                  </a:txBody>
                  <a:tcPr anchor="ctr">
                    <a:solidFill>
                      <a:srgbClr val="FFFFFF"/>
                    </a:solidFill>
                  </a:tcPr>
                </a:tc>
                <a:tc>
                  <a:txBody>
                    <a:bodyPr/>
                    <a:lstStyle/>
                    <a:p>
                      <a:r>
                        <a:rPr sz="1300" b="0">
                          <a:solidFill>
                            <a:srgbClr val="251144"/>
                          </a:solidFill>
                          <a:latin typeface="Arial"/>
                        </a:rPr>
                        <a:t>16 / 18</a:t>
                      </a:r>
                    </a:p>
                  </a:txBody>
                  <a:tcPr anchor="ctr">
                    <a:solidFill>
                      <a:srgbClr val="FFFFFF"/>
                    </a:solidFill>
                  </a:tcPr>
                </a:tc>
                <a:tc>
                  <a:txBody>
                    <a:bodyPr/>
                    <a:lstStyle/>
                    <a:p>
                      <a:r>
                        <a:rPr sz="1300" b="0">
                          <a:solidFill>
                            <a:srgbClr val="251144"/>
                          </a:solidFill>
                          <a:latin typeface="Arial"/>
                        </a:rPr>
                        <a:t>20 tok/s (skip)</a:t>
                      </a:r>
                    </a:p>
                  </a:txBody>
                  <a:tcPr anchor="ctr">
                    <a:solidFill>
                      <a:srgbClr val="FFFFFF"/>
                    </a:solidFill>
                  </a:tcPr>
                </a:tc>
              </a:tr>
            </a:tbl>
          </a:graphicData>
        </a:graphic>
      </p:graphicFrame>
      <p:sp>
        <p:nvSpPr>
          <p:cNvPr id="4" name="TextBox 3"/>
          <p:cNvSpPr txBox="1"/>
          <p:nvPr/>
        </p:nvSpPr>
        <p:spPr>
          <a:xfrm>
            <a:off x="548640" y="3566160"/>
            <a:ext cx="9875520" cy="1005840"/>
          </a:xfrm>
          <a:prstGeom prst="rect">
            <a:avLst/>
          </a:prstGeom>
          <a:noFill/>
        </p:spPr>
        <p:txBody>
          <a:bodyPr wrap="square">
            <a:noAutofit/>
          </a:bodyPr>
          <a:lstStyle/>
          <a:p>
            <a:r>
              <a:rPr sz="1300">
                <a:solidFill>
                  <a:srgbClr val="412B71"/>
                </a:solidFill>
              </a:rPr>
              <a:t>Mini-bench: 24 algorithmic problems, easy to LeetCode-hard, deterministic pytest scoring. Local understood the assignment: tied Opus on every one.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What the tie means</a:t>
            </a:r>
          </a:p>
        </p:txBody>
      </p:sp>
      <p:sp>
        <p:nvSpPr>
          <p:cNvPr id="3" name="Text Placeholder 2"/>
          <p:cNvSpPr>
            <a:spLocks noGrp="1"/>
          </p:cNvSpPr>
          <p:nvPr>
            <p:ph type="body" idx="1"/>
          </p:nvPr>
        </p:nvSpPr>
        <p:spPr/>
        <p:txBody>
          <a:bodyPr wrap="square">
            <a:noAutofit/>
          </a:bodyPr>
          <a:lstStyle/>
          <a:p>
            <a:pPr>
              <a:spcAft>
                <a:spcPts val="600"/>
              </a:spcAft>
              <a:defRPr sz="1800"/>
            </a:pPr>
            <a:r>
              <a:rPr b="1" sz="1800"/>
              <a:t>Local owns:</a:t>
            </a:r>
            <a:r>
              <a:rPr sz="1800"/>
              <a:t> self-contained coding, functions, scripts, algorithms, single and moderate multi-file</a:t>
            </a:r>
          </a:p>
          <a:p>
            <a:pPr>
              <a:spcAft>
                <a:spcPts val="600"/>
              </a:spcAft>
              <a:defRPr sz="1800"/>
            </a:pPr>
            <a:r>
              <a:rPr b="1" sz="1800"/>
              <a:t>Cloud still wins:</a:t>
            </a:r>
            <a:r>
              <a:rPr sz="1800"/>
              <a:t> open-ended, multi-file, sprawling-context repo work (real SWE-bench, the software-engineering benchmark)</a:t>
            </a:r>
          </a:p>
          <a:p>
            <a:pPr>
              <a:spcAft>
                <a:spcPts val="600"/>
              </a:spcAft>
              <a:defRPr sz="1800"/>
            </a:pPr>
            <a:r>
              <a:rPr sz="1800"/>
              <a:t>The gap is real but lives on a different axis than most benchmarks test.</a:t>
            </a:r>
          </a:p>
          <a:p>
            <a:pPr>
              <a:spcAft>
                <a:spcPts val="600"/>
              </a:spcAft>
              <a:defRPr sz="1800"/>
            </a:pPr>
            <a:r>
              <a:rPr sz="1800"/>
              <a:t>A bench your best model can't lose on has stopped measuring.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Why the Studio is fast: bandwidth, not parameters</a:t>
            </a:r>
          </a:p>
        </p:txBody>
      </p:sp>
      <p:graphicFrame>
        <p:nvGraphicFramePr>
          <p:cNvPr id="3" name="Table 2"/>
          <p:cNvGraphicFramePr>
            <a:graphicFrameLocks noGrp="1"/>
          </p:cNvGraphicFramePr>
          <p:nvPr/>
        </p:nvGraphicFramePr>
        <p:xfrm>
          <a:off x="548640" y="1554480"/>
          <a:ext cx="9875519" cy="1371600"/>
        </p:xfrm>
        <a:graphic>
          <a:graphicData uri="http://schemas.openxmlformats.org/drawingml/2006/table">
            <a:tbl>
              <a:tblPr firstRow="1" bandRow="1">
                <a:tableStyleId>{5C22544A-7EE6-4342-B048-85BDC9FD1C3A}</a:tableStyleId>
              </a:tblPr>
              <a:tblGrid>
                <a:gridCol w="3434963"/>
                <a:gridCol w="3220278"/>
                <a:gridCol w="3220278"/>
              </a:tblGrid>
              <a:tr h="457200">
                <a:tc>
                  <a:txBody>
                    <a:bodyPr/>
                    <a:lstStyle/>
                    <a:p>
                      <a:r>
                        <a:rPr b="1" sz="1400">
                          <a:solidFill>
                            <a:srgbClr val="FFFFFF"/>
                          </a:solidFill>
                          <a:latin typeface="Arial"/>
                        </a:rPr>
                        <a:t>Box</a:t>
                      </a:r>
                    </a:p>
                  </a:txBody>
                  <a:tcPr anchor="ctr">
                    <a:solidFill>
                      <a:srgbClr val="835BA3"/>
                    </a:solidFill>
                  </a:tcPr>
                </a:tc>
                <a:tc>
                  <a:txBody>
                    <a:bodyPr/>
                    <a:lstStyle/>
                    <a:p>
                      <a:r>
                        <a:rPr b="1" sz="1400">
                          <a:solidFill>
                            <a:srgbClr val="FFFFFF"/>
                          </a:solidFill>
                          <a:latin typeface="Arial"/>
                        </a:rPr>
                        <a:t>Memory bandwidth</a:t>
                      </a:r>
                    </a:p>
                  </a:txBody>
                  <a:tcPr anchor="ctr">
                    <a:solidFill>
                      <a:srgbClr val="835BA3"/>
                    </a:solidFill>
                  </a:tcPr>
                </a:tc>
                <a:tc>
                  <a:txBody>
                    <a:bodyPr/>
                    <a:lstStyle/>
                    <a:p>
                      <a:r>
                        <a:rPr b="1" sz="1400">
                          <a:solidFill>
                            <a:srgbClr val="FFFFFF"/>
                          </a:solidFill>
                          <a:latin typeface="Arial"/>
                        </a:rPr>
                        <a:t>coder-30b speed</a:t>
                      </a:r>
                    </a:p>
                  </a:txBody>
                  <a:tcPr anchor="ctr">
                    <a:solidFill>
                      <a:srgbClr val="835BA3"/>
                    </a:solidFill>
                  </a:tcPr>
                </a:tc>
              </a:tr>
              <a:tr h="457200">
                <a:tc>
                  <a:txBody>
                    <a:bodyPr/>
                    <a:lstStyle/>
                    <a:p>
                      <a:r>
                        <a:rPr sz="1300" b="0">
                          <a:solidFill>
                            <a:srgbClr val="251144"/>
                          </a:solidFill>
                          <a:latin typeface="Arial"/>
                        </a:rPr>
                        <a:t>MacBook Air M2 16GB</a:t>
                      </a:r>
                    </a:p>
                  </a:txBody>
                  <a:tcPr anchor="ctr">
                    <a:solidFill>
                      <a:srgbClr val="FFFFFF"/>
                    </a:solidFill>
                  </a:tcPr>
                </a:tc>
                <a:tc>
                  <a:txBody>
                    <a:bodyPr/>
                    <a:lstStyle/>
                    <a:p>
                      <a:r>
                        <a:rPr sz="1300" b="0">
                          <a:solidFill>
                            <a:srgbClr val="251144"/>
                          </a:solidFill>
                          <a:latin typeface="Arial"/>
                        </a:rPr>
                        <a:t>~100 GB/s</a:t>
                      </a:r>
                    </a:p>
                  </a:txBody>
                  <a:tcPr anchor="ctr">
                    <a:solidFill>
                      <a:srgbClr val="FFFFFF"/>
                    </a:solidFill>
                  </a:tcPr>
                </a:tc>
                <a:tc>
                  <a:txBody>
                    <a:bodyPr/>
                    <a:lstStyle/>
                    <a:p>
                      <a:r>
                        <a:rPr sz="1300" b="0">
                          <a:solidFill>
                            <a:srgbClr val="251144"/>
                          </a:solidFill>
                          <a:latin typeface="Arial"/>
                        </a:rPr>
                        <a:t>16 tok/s</a:t>
                      </a:r>
                    </a:p>
                  </a:txBody>
                  <a:tcPr anchor="ctr">
                    <a:solidFill>
                      <a:srgbClr val="FFFFFF"/>
                    </a:solidFill>
                  </a:tcPr>
                </a:tc>
              </a:tr>
              <a:tr h="457200">
                <a:tc>
                  <a:txBody>
                    <a:bodyPr/>
                    <a:lstStyle/>
                    <a:p>
                      <a:r>
                        <a:rPr sz="1300" b="1">
                          <a:solidFill>
                            <a:srgbClr val="251144"/>
                          </a:solidFill>
                          <a:latin typeface="Arial"/>
                        </a:rPr>
                        <a:t>Mac Studio M3 Ultra 96GB</a:t>
                      </a:r>
                    </a:p>
                  </a:txBody>
                  <a:tcPr anchor="ctr">
                    <a:solidFill>
                      <a:srgbClr val="F1F1F4"/>
                    </a:solidFill>
                  </a:tcPr>
                </a:tc>
                <a:tc>
                  <a:txBody>
                    <a:bodyPr/>
                    <a:lstStyle/>
                    <a:p>
                      <a:r>
                        <a:rPr sz="1300" b="1">
                          <a:solidFill>
                            <a:srgbClr val="251144"/>
                          </a:solidFill>
                          <a:latin typeface="Arial"/>
                        </a:rPr>
                        <a:t>~800 GB/s</a:t>
                      </a:r>
                    </a:p>
                  </a:txBody>
                  <a:tcPr anchor="ctr">
                    <a:solidFill>
                      <a:srgbClr val="F1F1F4"/>
                    </a:solidFill>
                  </a:tcPr>
                </a:tc>
                <a:tc>
                  <a:txBody>
                    <a:bodyPr/>
                    <a:lstStyle/>
                    <a:p>
                      <a:r>
                        <a:rPr sz="1300" b="1">
                          <a:solidFill>
                            <a:srgbClr val="251144"/>
                          </a:solidFill>
                          <a:latin typeface="Arial"/>
                        </a:rPr>
                        <a:t>68 tok/s</a:t>
                      </a:r>
                    </a:p>
                  </a:txBody>
                  <a:tcPr anchor="ctr">
                    <a:solidFill>
                      <a:srgbClr val="F1F1F4"/>
                    </a:solidFill>
                  </a:tcPr>
                </a:tc>
              </a:tr>
            </a:tbl>
          </a:graphicData>
        </a:graphic>
      </p:graphicFrame>
      <p:sp>
        <p:nvSpPr>
          <p:cNvPr id="4" name="TextBox 3"/>
          <p:cNvSpPr txBox="1"/>
          <p:nvPr/>
        </p:nvSpPr>
        <p:spPr>
          <a:xfrm>
            <a:off x="548640" y="3108960"/>
            <a:ext cx="9875520" cy="1005840"/>
          </a:xfrm>
          <a:prstGeom prst="rect">
            <a:avLst/>
          </a:prstGeom>
          <a:noFill/>
        </p:spPr>
        <p:txBody>
          <a:bodyPr wrap="square">
            <a:noAutofit/>
          </a:bodyPr>
          <a:lstStyle/>
          <a:p>
            <a:r>
              <a:rPr sz="1300">
                <a:solidFill>
                  <a:srgbClr val="412B71"/>
                </a:solidFill>
              </a:rPr>
              <a:t>Same model, 4x faster, entirely the memory bus. </a:t>
            </a:r>
            <a:r>
              <a:rPr b="1" sz="1300">
                <a:solidFill>
                  <a:srgbClr val="412B71"/>
                </a:solidFill>
              </a:rPr>
              <a:t>MoE (mixture of experts) beats dense:</a:t>
            </a:r>
            <a:r>
              <a:rPr sz="1300">
                <a:solidFill>
                  <a:srgbClr val="412B71"/>
                </a:solidFill>
              </a:rPr>
              <a:t> dense 32B is mid; the 3B-active MoE ate, 3x faster and higher-scoring.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Bonus: one box = a full local AI server</a:t>
            </a:r>
          </a:p>
        </p:txBody>
      </p:sp>
      <p:sp>
        <p:nvSpPr>
          <p:cNvPr id="3" name="Text Placeholder 2"/>
          <p:cNvSpPr>
            <a:spLocks noGrp="1"/>
          </p:cNvSpPr>
          <p:nvPr>
            <p:ph type="body" idx="1"/>
          </p:nvPr>
        </p:nvSpPr>
        <p:spPr/>
        <p:txBody>
          <a:bodyPr wrap="square">
            <a:noAutofit/>
          </a:bodyPr>
          <a:lstStyle/>
          <a:p>
            <a:pPr>
              <a:spcAft>
                <a:spcPts val="600"/>
              </a:spcAft>
              <a:defRPr sz="1800"/>
            </a:pPr>
            <a:r>
              <a:rPr sz="1800"/>
              <a:t>With OLLAMA_MAX_LOADED_MODELS=3, all resident at once (~38GB, 50GB free):</a:t>
            </a:r>
          </a:p>
          <a:p>
            <a:pPr lvl="1">
              <a:spcAft>
                <a:spcPts val="600"/>
              </a:spcAft>
              <a:defRPr sz="1500"/>
            </a:pPr>
            <a:r>
              <a:rPr sz="1500"/>
              <a:t>coder-30b, the coding agent</a:t>
            </a:r>
          </a:p>
          <a:p>
            <a:pPr lvl="1">
              <a:spcAft>
                <a:spcPts val="600"/>
              </a:spcAft>
              <a:defRPr sz="1500"/>
            </a:pPr>
            <a:r>
              <a:rPr sz="1500"/>
              <a:t>qwen2.5-VL, vision / OCR</a:t>
            </a:r>
          </a:p>
          <a:p>
            <a:pPr lvl="1">
              <a:spcAft>
                <a:spcPts val="600"/>
              </a:spcAft>
              <a:defRPr sz="1500"/>
            </a:pPr>
            <a:r>
              <a:rPr sz="1500"/>
              <a:t>nomic-embed, RAG (retrieval-augmented generation) embeddings</a:t>
            </a:r>
          </a:p>
          <a:p>
            <a:pPr>
              <a:spcAft>
                <a:spcPts val="600"/>
              </a:spcAft>
              <a:defRPr sz="1800"/>
            </a:pPr>
            <a:r>
              <a:rPr sz="1800"/>
              <a:t>Plus qwen3-next:80b (80B, 64 tok/s, bigger brain, same speed)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But the agent loop is where local gets cooked</a:t>
            </a:r>
          </a:p>
        </p:txBody>
      </p:sp>
      <p:graphicFrame>
        <p:nvGraphicFramePr>
          <p:cNvPr id="3" name="Table 2"/>
          <p:cNvGraphicFramePr>
            <a:graphicFrameLocks noGrp="1"/>
          </p:cNvGraphicFramePr>
          <p:nvPr/>
        </p:nvGraphicFramePr>
        <p:xfrm>
          <a:off x="548640" y="1554480"/>
          <a:ext cx="9875519" cy="1371600"/>
        </p:xfrm>
        <a:graphic>
          <a:graphicData uri="http://schemas.openxmlformats.org/drawingml/2006/table">
            <a:tbl>
              <a:tblPr firstRow="1" bandRow="1">
                <a:tableStyleId>{5C22544A-7EE6-4342-B048-85BDC9FD1C3A}</a:tableStyleId>
              </a:tblPr>
              <a:tblGrid>
                <a:gridCol w="3324432"/>
                <a:gridCol w="1466661"/>
                <a:gridCol w="2542213"/>
                <a:gridCol w="2542213"/>
              </a:tblGrid>
              <a:tr h="457200">
                <a:tc>
                  <a:txBody>
                    <a:bodyPr/>
                    <a:lstStyle/>
                    <a:p>
                      <a:r>
                        <a:rPr b="1" sz="1400">
                          <a:solidFill>
                            <a:srgbClr val="FFFFFF"/>
                          </a:solidFill>
                          <a:latin typeface="Arial"/>
                        </a:rPr>
                        <a:t/>
                      </a:r>
                    </a:p>
                  </a:txBody>
                  <a:tcPr anchor="ctr">
                    <a:solidFill>
                      <a:srgbClr val="835BA3"/>
                    </a:solidFill>
                  </a:tcPr>
                </a:tc>
                <a:tc>
                  <a:txBody>
                    <a:bodyPr/>
                    <a:lstStyle/>
                    <a:p>
                      <a:r>
                        <a:rPr b="1" sz="1400">
                          <a:solidFill>
                            <a:srgbClr val="FFFFFF"/>
                          </a:solidFill>
                          <a:latin typeface="Arial"/>
                        </a:rPr>
                        <a:t>pass</a:t>
                      </a:r>
                    </a:p>
                  </a:txBody>
                  <a:tcPr anchor="ctr">
                    <a:solidFill>
                      <a:srgbClr val="835BA3"/>
                    </a:solidFill>
                  </a:tcPr>
                </a:tc>
                <a:tc>
                  <a:txBody>
                    <a:bodyPr/>
                    <a:lstStyle/>
                    <a:p>
                      <a:r>
                        <a:rPr b="1" sz="1400">
                          <a:solidFill>
                            <a:srgbClr val="FFFFFF"/>
                          </a:solidFill>
                          <a:latin typeface="Arial"/>
                        </a:rPr>
                        <a:t>avg wall-clock</a:t>
                      </a:r>
                    </a:p>
                  </a:txBody>
                  <a:tcPr anchor="ctr">
                    <a:solidFill>
                      <a:srgbClr val="835BA3"/>
                    </a:solidFill>
                  </a:tcPr>
                </a:tc>
                <a:tc>
                  <a:txBody>
                    <a:bodyPr/>
                    <a:lstStyle/>
                    <a:p>
                      <a:r>
                        <a:rPr b="1" sz="1400">
                          <a:solidFill>
                            <a:srgbClr val="FFFFFF"/>
                          </a:solidFill>
                          <a:latin typeface="Arial"/>
                        </a:rPr>
                        <a:t>turns (range)</a:t>
                      </a:r>
                    </a:p>
                  </a:txBody>
                  <a:tcPr anchor="ctr">
                    <a:solidFill>
                      <a:srgbClr val="835BA3"/>
                    </a:solidFill>
                  </a:tcPr>
                </a:tc>
              </a:tr>
              <a:tr h="457200">
                <a:tc>
                  <a:txBody>
                    <a:bodyPr/>
                    <a:lstStyle/>
                    <a:p>
                      <a:r>
                        <a:rPr sz="1300" b="1">
                          <a:solidFill>
                            <a:srgbClr val="251144"/>
                          </a:solidFill>
                          <a:latin typeface="Arial"/>
                        </a:rPr>
                        <a:t>Cloud (Opus)</a:t>
                      </a:r>
                    </a:p>
                  </a:txBody>
                  <a:tcPr anchor="ctr">
                    <a:solidFill>
                      <a:srgbClr val="FFFFFF"/>
                    </a:solidFill>
                  </a:tcPr>
                </a:tc>
                <a:tc>
                  <a:txBody>
                    <a:bodyPr/>
                    <a:lstStyle/>
                    <a:p>
                      <a:r>
                        <a:rPr sz="1300" b="1">
                          <a:solidFill>
                            <a:srgbClr val="251144"/>
                          </a:solidFill>
                          <a:latin typeface="Arial"/>
                        </a:rPr>
                        <a:t>5 / 5</a:t>
                      </a:r>
                    </a:p>
                  </a:txBody>
                  <a:tcPr anchor="ctr">
                    <a:solidFill>
                      <a:srgbClr val="FFFFFF"/>
                    </a:solidFill>
                  </a:tcPr>
                </a:tc>
                <a:tc>
                  <a:txBody>
                    <a:bodyPr/>
                    <a:lstStyle/>
                    <a:p>
                      <a:r>
                        <a:rPr sz="1300" b="1">
                          <a:solidFill>
                            <a:srgbClr val="251144"/>
                          </a:solidFill>
                          <a:latin typeface="Arial"/>
                        </a:rPr>
                        <a:t>31 s</a:t>
                      </a:r>
                    </a:p>
                  </a:txBody>
                  <a:tcPr anchor="ctr">
                    <a:solidFill>
                      <a:srgbClr val="FFFFFF"/>
                    </a:solidFill>
                  </a:tcPr>
                </a:tc>
                <a:tc>
                  <a:txBody>
                    <a:bodyPr/>
                    <a:lstStyle/>
                    <a:p>
                      <a:r>
                        <a:rPr sz="1300" b="0">
                          <a:solidFill>
                            <a:srgbClr val="251144"/>
                          </a:solidFill>
                          <a:latin typeface="Arial"/>
                        </a:rPr>
                        <a:t>5-9 (stable)</a:t>
                      </a:r>
                    </a:p>
                  </a:txBody>
                  <a:tcPr anchor="ctr">
                    <a:solidFill>
                      <a:srgbClr val="FFFFFF"/>
                    </a:solidFill>
                  </a:tcPr>
                </a:tc>
              </a:tr>
              <a:tr h="457200">
                <a:tc>
                  <a:txBody>
                    <a:bodyPr/>
                    <a:lstStyle/>
                    <a:p>
                      <a:r>
                        <a:rPr sz="1300" b="1">
                          <a:solidFill>
                            <a:srgbClr val="251144"/>
                          </a:solidFill>
                          <a:latin typeface="Arial"/>
                        </a:rPr>
                        <a:t>Local (coder-30b)</a:t>
                      </a:r>
                    </a:p>
                  </a:txBody>
                  <a:tcPr anchor="ctr">
                    <a:solidFill>
                      <a:srgbClr val="F1F1F4"/>
                    </a:solidFill>
                  </a:tcPr>
                </a:tc>
                <a:tc>
                  <a:txBody>
                    <a:bodyPr/>
                    <a:lstStyle/>
                    <a:p>
                      <a:r>
                        <a:rPr sz="1300" b="0">
                          <a:solidFill>
                            <a:srgbClr val="251144"/>
                          </a:solidFill>
                          <a:latin typeface="Arial"/>
                        </a:rPr>
                        <a:t>4 / 5</a:t>
                      </a:r>
                    </a:p>
                  </a:txBody>
                  <a:tcPr anchor="ctr">
                    <a:solidFill>
                      <a:srgbClr val="F1F1F4"/>
                    </a:solidFill>
                  </a:tcPr>
                </a:tc>
                <a:tc>
                  <a:txBody>
                    <a:bodyPr/>
                    <a:lstStyle/>
                    <a:p>
                      <a:r>
                        <a:rPr sz="1300" b="1">
                          <a:solidFill>
                            <a:srgbClr val="251144"/>
                          </a:solidFill>
                          <a:latin typeface="Arial"/>
                        </a:rPr>
                        <a:t>248 s</a:t>
                      </a:r>
                    </a:p>
                  </a:txBody>
                  <a:tcPr anchor="ctr">
                    <a:solidFill>
                      <a:srgbClr val="F1F1F4"/>
                    </a:solidFill>
                  </a:tcPr>
                </a:tc>
                <a:tc>
                  <a:txBody>
                    <a:bodyPr/>
                    <a:lstStyle/>
                    <a:p>
                      <a:r>
                        <a:rPr sz="1300" b="1">
                          <a:solidFill>
                            <a:srgbClr val="251144"/>
                          </a:solidFill>
                          <a:latin typeface="Arial"/>
                        </a:rPr>
                        <a:t>4-41 (wild)</a:t>
                      </a:r>
                    </a:p>
                  </a:txBody>
                  <a:tcPr anchor="ctr">
                    <a:solidFill>
                      <a:srgbClr val="F1F1F4"/>
                    </a:solidFill>
                  </a:tcPr>
                </a:tc>
              </a:tr>
            </a:tbl>
          </a:graphicData>
        </a:graphic>
      </p:graphicFrame>
      <p:sp>
        <p:nvSpPr>
          <p:cNvPr id="4" name="TextBox 3"/>
          <p:cNvSpPr txBox="1"/>
          <p:nvPr/>
        </p:nvSpPr>
        <p:spPr>
          <a:xfrm>
            <a:off x="548640" y="3108960"/>
            <a:ext cx="9875520" cy="1005840"/>
          </a:xfrm>
          <a:prstGeom prst="rect">
            <a:avLst/>
          </a:prstGeom>
          <a:noFill/>
        </p:spPr>
        <p:txBody>
          <a:bodyPr wrap="square">
            <a:noAutofit/>
          </a:bodyPr>
          <a:lstStyle/>
          <a:p>
            <a:r>
              <a:rPr sz="1300">
                <a:solidFill>
                  <a:srgbClr val="412B71"/>
                </a:solidFill>
              </a:rPr>
              <a:t>5 multi-file bug-fixes through the real Claude Code agent loop. </a:t>
            </a:r>
            <a:r>
              <a:rPr b="1" sz="1300">
                <a:solidFill>
                  <a:srgbClr val="412B71"/>
                </a:solidFill>
              </a:rPr>
              <a:t>Local 8x slower, a one-line `&gt;` to `&gt;=` fix took it 41 turns / 584 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Watch it: the agent loop side by side</a:t>
            </a:r>
          </a:p>
        </p:txBody>
      </p:sp>
      <p:pic>
        <p:nvPicPr>
          <p:cNvPr id="3" name="Picture 2" descr="agent-race.gif"/>
          <p:cNvPicPr>
            <a:picLocks noChangeAspect="1"/>
          </p:cNvPicPr>
          <p:nvPr/>
        </p:nvPicPr>
        <p:blipFill>
          <a:blip r:embed="rId2"/>
          <a:stretch>
            <a:fillRect/>
          </a:stretch>
        </p:blipFill>
        <p:spPr>
          <a:xfrm>
            <a:off x="1789654" y="1417320"/>
            <a:ext cx="7393492" cy="4160520"/>
          </a:xfrm>
          <a:prstGeom prst="rect">
            <a:avLst/>
          </a:prstGeom>
        </p:spPr>
      </p:pic>
      <p:sp>
        <p:nvSpPr>
          <p:cNvPr id="4" name="TextBox 3"/>
          <p:cNvSpPr txBox="1"/>
          <p:nvPr/>
        </p:nvSpPr>
        <p:spPr>
          <a:xfrm>
            <a:off x="548640" y="5632704"/>
            <a:ext cx="9875520" cy="365760"/>
          </a:xfrm>
          <a:prstGeom prst="rect">
            <a:avLst/>
          </a:prstGeom>
          <a:noFill/>
        </p:spPr>
        <p:txBody>
          <a:bodyPr wrap="none">
            <a:spAutoFit/>
          </a:bodyPr>
          <a:lstStyle/>
          <a:p>
            <a:pPr algn="ctr"/>
            <a:r>
              <a:rPr sz="1300">
                <a:solidFill>
                  <a:srgbClr val="412B71"/>
                </a:solidFill>
              </a:rPr>
              <a:t>Recording of the real runs at 8x speed, left flails to 9 turns/110s, right is clean at 5 turns/17s.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It's not caching, it's convergence</a:t>
            </a:r>
          </a:p>
        </p:txBody>
      </p:sp>
      <p:sp>
        <p:nvSpPr>
          <p:cNvPr id="3" name="Text Placeholder 2"/>
          <p:cNvSpPr>
            <a:spLocks noGrp="1"/>
          </p:cNvSpPr>
          <p:nvPr>
            <p:ph type="body" idx="1"/>
          </p:nvPr>
        </p:nvSpPr>
        <p:spPr/>
        <p:txBody>
          <a:bodyPr wrap="square">
            <a:noAutofit/>
          </a:bodyPr>
          <a:lstStyle/>
          <a:p>
            <a:pPr>
              <a:spcAft>
                <a:spcPts val="600"/>
              </a:spcAft>
              <a:defRPr sz="1800"/>
            </a:pPr>
            <a:r>
              <a:rPr sz="1800"/>
              <a:t>Ollama DOES prefix-cache (the big local token counts are CC's accounting, not the box re-computing)</a:t>
            </a:r>
          </a:p>
          <a:p>
            <a:pPr>
              <a:spcAft>
                <a:spcPts val="600"/>
              </a:spcAft>
              <a:defRPr sz="1800"/>
            </a:pPr>
            <a:r>
              <a:rPr sz="1800"/>
              <a:t>The real cost is turn-count instability: the 30B fumbles, sometimes spiraling to 41 turns, sometimes giving up at 4</a:t>
            </a:r>
          </a:p>
          <a:p>
            <a:pPr>
              <a:spcAft>
                <a:spcPts val="600"/>
              </a:spcAft>
              <a:defRPr sz="1800"/>
            </a:pPr>
            <a:r>
              <a:rPr sz="1800"/>
              <a:t>Cloud converges in 5 turns every time. Local swings 4-41.</a:t>
            </a:r>
          </a:p>
          <a:p>
            <a:pPr>
              <a:spcAft>
                <a:spcPts val="600"/>
              </a:spcAft>
              <a:defRPr sz="1800"/>
            </a:pPr>
            <a:r>
              <a:rPr sz="1800"/>
              <a:t>The one-shot '68 tok/s, ties Opus' number was single-turn, it hid all of this.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Tested it: the instability was the model</a:t>
            </a:r>
          </a:p>
        </p:txBody>
      </p:sp>
      <p:graphicFrame>
        <p:nvGraphicFramePr>
          <p:cNvPr id="3" name="Table 2"/>
          <p:cNvGraphicFramePr>
            <a:graphicFrameLocks noGrp="1"/>
          </p:cNvGraphicFramePr>
          <p:nvPr/>
        </p:nvGraphicFramePr>
        <p:xfrm>
          <a:off x="548640" y="1554480"/>
          <a:ext cx="9875520" cy="2743200"/>
        </p:xfrm>
        <a:graphic>
          <a:graphicData uri="http://schemas.openxmlformats.org/drawingml/2006/table">
            <a:tbl>
              <a:tblPr firstRow="1" bandRow="1">
                <a:tableStyleId>{5C22544A-7EE6-4342-B048-85BDC9FD1C3A}</a:tableStyleId>
              </a:tblPr>
              <a:tblGrid>
                <a:gridCol w="4389120"/>
                <a:gridCol w="1341120"/>
                <a:gridCol w="2194560"/>
                <a:gridCol w="1950720"/>
              </a:tblGrid>
              <a:tr h="457200">
                <a:tc>
                  <a:txBody>
                    <a:bodyPr/>
                    <a:lstStyle/>
                    <a:p>
                      <a:r>
                        <a:rPr b="1" sz="1300">
                          <a:solidFill>
                            <a:srgbClr val="FFFFFF"/>
                          </a:solidFill>
                          <a:latin typeface="Arial"/>
                        </a:rPr>
                        <a:t>same agent loop, same box</a:t>
                      </a:r>
                    </a:p>
                  </a:txBody>
                  <a:tcPr anchor="ctr">
                    <a:solidFill>
                      <a:srgbClr val="835BA3"/>
                    </a:solidFill>
                  </a:tcPr>
                </a:tc>
                <a:tc>
                  <a:txBody>
                    <a:bodyPr/>
                    <a:lstStyle/>
                    <a:p>
                      <a:r>
                        <a:rPr b="1" sz="1300">
                          <a:solidFill>
                            <a:srgbClr val="FFFFFF"/>
                          </a:solidFill>
                          <a:latin typeface="Arial"/>
                        </a:rPr>
                        <a:t>pass</a:t>
                      </a:r>
                    </a:p>
                  </a:txBody>
                  <a:tcPr anchor="ctr">
                    <a:solidFill>
                      <a:srgbClr val="835BA3"/>
                    </a:solidFill>
                  </a:tcPr>
                </a:tc>
                <a:tc>
                  <a:txBody>
                    <a:bodyPr/>
                    <a:lstStyle/>
                    <a:p>
                      <a:r>
                        <a:rPr b="1" sz="1300">
                          <a:solidFill>
                            <a:srgbClr val="FFFFFF"/>
                          </a:solidFill>
                          <a:latin typeface="Arial"/>
                        </a:rPr>
                        <a:t>turns</a:t>
                      </a:r>
                    </a:p>
                  </a:txBody>
                  <a:tcPr anchor="ctr">
                    <a:solidFill>
                      <a:srgbClr val="835BA3"/>
                    </a:solidFill>
                  </a:tcPr>
                </a:tc>
                <a:tc>
                  <a:txBody>
                    <a:bodyPr/>
                    <a:lstStyle/>
                    <a:p>
                      <a:r>
                        <a:rPr b="1" sz="1300">
                          <a:solidFill>
                            <a:srgbClr val="FFFFFF"/>
                          </a:solidFill>
                          <a:latin typeface="Arial"/>
                        </a:rPr>
                        <a:t>avg time</a:t>
                      </a:r>
                    </a:p>
                  </a:txBody>
                  <a:tcPr anchor="ctr">
                    <a:solidFill>
                      <a:srgbClr val="835BA3"/>
                    </a:solidFill>
                  </a:tcPr>
                </a:tc>
              </a:tr>
              <a:tr h="457200">
                <a:tc>
                  <a:txBody>
                    <a:bodyPr/>
                    <a:lstStyle/>
                    <a:p>
                      <a:r>
                        <a:rPr sz="1200" b="0">
                          <a:solidFill>
                            <a:srgbClr val="251144"/>
                          </a:solidFill>
                          <a:latin typeface="Arial"/>
                        </a:rPr>
                        <a:t>coder-30b (the deck's baseline)</a:t>
                      </a:r>
                    </a:p>
                  </a:txBody>
                  <a:tcPr anchor="ctr">
                    <a:solidFill>
                      <a:srgbClr val="FFFFFF"/>
                    </a:solidFill>
                  </a:tcPr>
                </a:tc>
                <a:tc>
                  <a:txBody>
                    <a:bodyPr/>
                    <a:lstStyle/>
                    <a:p>
                      <a:r>
                        <a:rPr sz="1200" b="0">
                          <a:solidFill>
                            <a:srgbClr val="251144"/>
                          </a:solidFill>
                          <a:latin typeface="Arial"/>
                        </a:rPr>
                        <a:t>4 / 5</a:t>
                      </a:r>
                    </a:p>
                  </a:txBody>
                  <a:tcPr anchor="ctr">
                    <a:solidFill>
                      <a:srgbClr val="FFFFFF"/>
                    </a:solidFill>
                  </a:tcPr>
                </a:tc>
                <a:tc>
                  <a:txBody>
                    <a:bodyPr/>
                    <a:lstStyle/>
                    <a:p>
                      <a:r>
                        <a:rPr sz="1200" b="1">
                          <a:solidFill>
                            <a:srgbClr val="251144"/>
                          </a:solidFill>
                          <a:latin typeface="Arial"/>
                        </a:rPr>
                        <a:t>4-41 (wild)</a:t>
                      </a:r>
                    </a:p>
                  </a:txBody>
                  <a:tcPr anchor="ctr">
                    <a:solidFill>
                      <a:srgbClr val="FFFFFF"/>
                    </a:solidFill>
                  </a:tcPr>
                </a:tc>
                <a:tc>
                  <a:txBody>
                    <a:bodyPr/>
                    <a:lstStyle/>
                    <a:p>
                      <a:r>
                        <a:rPr sz="1200" b="0">
                          <a:solidFill>
                            <a:srgbClr val="251144"/>
                          </a:solidFill>
                          <a:latin typeface="Arial"/>
                        </a:rPr>
                        <a:t>248 s</a:t>
                      </a:r>
                    </a:p>
                  </a:txBody>
                  <a:tcPr anchor="ctr">
                    <a:solidFill>
                      <a:srgbClr val="FFFFFF"/>
                    </a:solidFill>
                  </a:tcPr>
                </a:tc>
              </a:tr>
              <a:tr h="457200">
                <a:tc>
                  <a:txBody>
                    <a:bodyPr/>
                    <a:lstStyle/>
                    <a:p>
                      <a:r>
                        <a:rPr sz="1200" b="0">
                          <a:solidFill>
                            <a:srgbClr val="251144"/>
                          </a:solidFill>
                          <a:latin typeface="Arial"/>
                        </a:rPr>
                        <a:t>Qwen 3.6 27b (q8)</a:t>
                      </a:r>
                    </a:p>
                  </a:txBody>
                  <a:tcPr anchor="ctr">
                    <a:solidFill>
                      <a:srgbClr val="F1F1F4"/>
                    </a:solidFill>
                  </a:tcPr>
                </a:tc>
                <a:tc>
                  <a:txBody>
                    <a:bodyPr/>
                    <a:lstStyle/>
                    <a:p>
                      <a:r>
                        <a:rPr sz="1200" b="0">
                          <a:solidFill>
                            <a:srgbClr val="251144"/>
                          </a:solidFill>
                          <a:latin typeface="Arial"/>
                        </a:rPr>
                        <a:t>5 / 5</a:t>
                      </a:r>
                    </a:p>
                  </a:txBody>
                  <a:tcPr anchor="ctr">
                    <a:solidFill>
                      <a:srgbClr val="F1F1F4"/>
                    </a:solidFill>
                  </a:tcPr>
                </a:tc>
                <a:tc>
                  <a:txBody>
                    <a:bodyPr/>
                    <a:lstStyle/>
                    <a:p>
                      <a:r>
                        <a:rPr sz="1200" b="0">
                          <a:solidFill>
                            <a:srgbClr val="251144"/>
                          </a:solidFill>
                          <a:latin typeface="Arial"/>
                        </a:rPr>
                        <a:t>7-9</a:t>
                      </a:r>
                    </a:p>
                  </a:txBody>
                  <a:tcPr anchor="ctr">
                    <a:solidFill>
                      <a:srgbClr val="F1F1F4"/>
                    </a:solidFill>
                  </a:tcPr>
                </a:tc>
                <a:tc>
                  <a:txBody>
                    <a:bodyPr/>
                    <a:lstStyle/>
                    <a:p>
                      <a:r>
                        <a:rPr sz="1200" b="0">
                          <a:solidFill>
                            <a:srgbClr val="251144"/>
                          </a:solidFill>
                          <a:latin typeface="Arial"/>
                        </a:rPr>
                        <a:t>161 s</a:t>
                      </a:r>
                    </a:p>
                  </a:txBody>
                  <a:tcPr anchor="ctr">
                    <a:solidFill>
                      <a:srgbClr val="F1F1F4"/>
                    </a:solidFill>
                  </a:tcPr>
                </a:tc>
              </a:tr>
              <a:tr h="457200">
                <a:tc>
                  <a:txBody>
                    <a:bodyPr/>
                    <a:lstStyle/>
                    <a:p>
                      <a:r>
                        <a:rPr sz="1200" b="1">
                          <a:solidFill>
                            <a:srgbClr val="251144"/>
                          </a:solidFill>
                          <a:latin typeface="Arial"/>
                        </a:rPr>
                        <a:t>gpt-oss 20b</a:t>
                      </a:r>
                    </a:p>
                  </a:txBody>
                  <a:tcPr anchor="ctr">
                    <a:solidFill>
                      <a:srgbClr val="FFFFFF"/>
                    </a:solidFill>
                  </a:tcPr>
                </a:tc>
                <a:tc>
                  <a:txBody>
                    <a:bodyPr/>
                    <a:lstStyle/>
                    <a:p>
                      <a:r>
                        <a:rPr sz="1200" b="1">
                          <a:solidFill>
                            <a:srgbClr val="251144"/>
                          </a:solidFill>
                          <a:latin typeface="Arial"/>
                        </a:rPr>
                        <a:t>5 / 5</a:t>
                      </a:r>
                    </a:p>
                  </a:txBody>
                  <a:tcPr anchor="ctr">
                    <a:solidFill>
                      <a:srgbClr val="FFFFFF"/>
                    </a:solidFill>
                  </a:tcPr>
                </a:tc>
                <a:tc>
                  <a:txBody>
                    <a:bodyPr/>
                    <a:lstStyle/>
                    <a:p>
                      <a:r>
                        <a:rPr sz="1200" b="1">
                          <a:solidFill>
                            <a:srgbClr val="251144"/>
                          </a:solidFill>
                          <a:latin typeface="Arial"/>
                        </a:rPr>
                        <a:t>7-9 (stable)</a:t>
                      </a:r>
                    </a:p>
                  </a:txBody>
                  <a:tcPr anchor="ctr">
                    <a:solidFill>
                      <a:srgbClr val="FFFFFF"/>
                    </a:solidFill>
                  </a:tcPr>
                </a:tc>
                <a:tc>
                  <a:txBody>
                    <a:bodyPr/>
                    <a:lstStyle/>
                    <a:p>
                      <a:r>
                        <a:rPr sz="1200" b="1">
                          <a:solidFill>
                            <a:srgbClr val="251144"/>
                          </a:solidFill>
                          <a:latin typeface="Arial"/>
                        </a:rPr>
                        <a:t>48 s</a:t>
                      </a:r>
                    </a:p>
                  </a:txBody>
                  <a:tcPr anchor="ctr">
                    <a:solidFill>
                      <a:srgbClr val="FFFFFF"/>
                    </a:solidFill>
                  </a:tcPr>
                </a:tc>
              </a:tr>
              <a:tr h="457200">
                <a:tc>
                  <a:txBody>
                    <a:bodyPr/>
                    <a:lstStyle/>
                    <a:p>
                      <a:r>
                        <a:rPr sz="1200" b="0">
                          <a:solidFill>
                            <a:srgbClr val="251144"/>
                          </a:solidFill>
                          <a:latin typeface="Arial"/>
                        </a:rPr>
                        <a:t>gemma4 26b</a:t>
                      </a:r>
                    </a:p>
                  </a:txBody>
                  <a:tcPr anchor="ctr">
                    <a:solidFill>
                      <a:srgbClr val="F1F1F4"/>
                    </a:solidFill>
                  </a:tcPr>
                </a:tc>
                <a:tc>
                  <a:txBody>
                    <a:bodyPr/>
                    <a:lstStyle/>
                    <a:p>
                      <a:r>
                        <a:rPr sz="1200" b="0">
                          <a:solidFill>
                            <a:srgbClr val="251144"/>
                          </a:solidFill>
                          <a:latin typeface="Arial"/>
                        </a:rPr>
                        <a:t>5 / 5</a:t>
                      </a:r>
                    </a:p>
                  </a:txBody>
                  <a:tcPr anchor="ctr">
                    <a:solidFill>
                      <a:srgbClr val="F1F1F4"/>
                    </a:solidFill>
                  </a:tcPr>
                </a:tc>
                <a:tc>
                  <a:txBody>
                    <a:bodyPr/>
                    <a:lstStyle/>
                    <a:p>
                      <a:r>
                        <a:rPr sz="1200" b="0">
                          <a:solidFill>
                            <a:srgbClr val="251144"/>
                          </a:solidFill>
                          <a:latin typeface="Arial"/>
                        </a:rPr>
                        <a:t>8-20</a:t>
                      </a:r>
                    </a:p>
                  </a:txBody>
                  <a:tcPr anchor="ctr">
                    <a:solidFill>
                      <a:srgbClr val="F1F1F4"/>
                    </a:solidFill>
                  </a:tcPr>
                </a:tc>
                <a:tc>
                  <a:txBody>
                    <a:bodyPr/>
                    <a:lstStyle/>
                    <a:p>
                      <a:r>
                        <a:rPr sz="1200" b="0">
                          <a:solidFill>
                            <a:srgbClr val="251144"/>
                          </a:solidFill>
                          <a:latin typeface="Arial"/>
                        </a:rPr>
                        <a:t>69 s</a:t>
                      </a:r>
                    </a:p>
                  </a:txBody>
                  <a:tcPr anchor="ctr">
                    <a:solidFill>
                      <a:srgbClr val="F1F1F4"/>
                    </a:solidFill>
                  </a:tcPr>
                </a:tc>
              </a:tr>
              <a:tr h="457200">
                <a:tc>
                  <a:txBody>
                    <a:bodyPr/>
                    <a:lstStyle/>
                    <a:p>
                      <a:r>
                        <a:rPr sz="1200" b="0">
                          <a:solidFill>
                            <a:srgbClr val="251144"/>
                          </a:solidFill>
                          <a:latin typeface="Arial"/>
                        </a:rPr>
                        <a:t>Opus 4.8 (cloud)</a:t>
                      </a:r>
                    </a:p>
                  </a:txBody>
                  <a:tcPr anchor="ctr">
                    <a:solidFill>
                      <a:srgbClr val="FFFFFF"/>
                    </a:solidFill>
                  </a:tcPr>
                </a:tc>
                <a:tc>
                  <a:txBody>
                    <a:bodyPr/>
                    <a:lstStyle/>
                    <a:p>
                      <a:r>
                        <a:rPr sz="1200" b="0">
                          <a:solidFill>
                            <a:srgbClr val="251144"/>
                          </a:solidFill>
                          <a:latin typeface="Arial"/>
                        </a:rPr>
                        <a:t>5 / 5</a:t>
                      </a:r>
                    </a:p>
                  </a:txBody>
                  <a:tcPr anchor="ctr">
                    <a:solidFill>
                      <a:srgbClr val="FFFFFF"/>
                    </a:solidFill>
                  </a:tcPr>
                </a:tc>
                <a:tc>
                  <a:txBody>
                    <a:bodyPr/>
                    <a:lstStyle/>
                    <a:p>
                      <a:r>
                        <a:rPr sz="1200" b="0">
                          <a:solidFill>
                            <a:srgbClr val="251144"/>
                          </a:solidFill>
                          <a:latin typeface="Arial"/>
                        </a:rPr>
                        <a:t>5-9</a:t>
                      </a:r>
                    </a:p>
                  </a:txBody>
                  <a:tcPr anchor="ctr">
                    <a:solidFill>
                      <a:srgbClr val="FFFFFF"/>
                    </a:solidFill>
                  </a:tcPr>
                </a:tc>
                <a:tc>
                  <a:txBody>
                    <a:bodyPr/>
                    <a:lstStyle/>
                    <a:p>
                      <a:r>
                        <a:rPr sz="1200" b="0">
                          <a:solidFill>
                            <a:srgbClr val="251144"/>
                          </a:solidFill>
                          <a:latin typeface="Arial"/>
                        </a:rPr>
                        <a:t>31 s</a:t>
                      </a:r>
                    </a:p>
                  </a:txBody>
                  <a:tcPr anchor="ctr">
                    <a:solidFill>
                      <a:srgbClr val="FFFFFF"/>
                    </a:solidFill>
                  </a:tcPr>
                </a:tc>
              </a:tr>
            </a:tbl>
          </a:graphicData>
        </a:graphic>
      </p:graphicFrame>
      <p:sp>
        <p:nvSpPr>
          <p:cNvPr id="4" name="TextBox 3"/>
          <p:cNvSpPr txBox="1"/>
          <p:nvPr/>
        </p:nvSpPr>
        <p:spPr>
          <a:xfrm>
            <a:off x="548640" y="4480560"/>
            <a:ext cx="9875520" cy="1005840"/>
          </a:xfrm>
          <a:prstGeom prst="rect">
            <a:avLst/>
          </a:prstGeom>
          <a:noFill/>
        </p:spPr>
        <p:txBody>
          <a:bodyPr wrap="square">
            <a:noAutofit/>
          </a:bodyPr>
          <a:lstStyle/>
          <a:p>
            <a:r>
              <a:rPr sz="1300">
                <a:solidFill>
                  <a:srgbClr val="412B71"/>
                </a:solidFill>
              </a:rPr>
              <a:t>Every current model is stable and 5/5, the 41-turn coder spiral was a stale model, not local inference. </a:t>
            </a:r>
            <a:r>
              <a:rPr b="1" sz="1300">
                <a:solidFill>
                  <a:srgbClr val="412B71"/>
                </a:solidFill>
              </a:rPr>
              <a:t>gpt-oss 20b lands within ~1.5x of cloud</a:t>
            </a:r>
            <a:r>
              <a:rPr sz="1300">
                <a:solidFill>
                  <a:srgbClr val="412B71"/>
                </a:solidFill>
              </a:rPr>
              <a:t>, stable, on a 20B model. The fix was a newer model, not a bigger box.</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The reconciliation</a:t>
            </a:r>
          </a:p>
        </p:txBody>
      </p:sp>
      <p:graphicFrame>
        <p:nvGraphicFramePr>
          <p:cNvPr id="3" name="Table 2"/>
          <p:cNvGraphicFramePr>
            <a:graphicFrameLocks noGrp="1"/>
          </p:cNvGraphicFramePr>
          <p:nvPr/>
        </p:nvGraphicFramePr>
        <p:xfrm>
          <a:off x="548640" y="1554480"/>
          <a:ext cx="9875520" cy="1828800"/>
        </p:xfrm>
        <a:graphic>
          <a:graphicData uri="http://schemas.openxmlformats.org/drawingml/2006/table">
            <a:tbl>
              <a:tblPr firstRow="1" bandRow="1">
                <a:tableStyleId>{5C22544A-7EE6-4342-B048-85BDC9FD1C3A}</a:tableStyleId>
              </a:tblPr>
              <a:tblGrid>
                <a:gridCol w="4389120"/>
                <a:gridCol w="5486400"/>
              </a:tblGrid>
              <a:tr h="457200">
                <a:tc>
                  <a:txBody>
                    <a:bodyPr/>
                    <a:lstStyle/>
                    <a:p>
                      <a:r>
                        <a:rPr b="1" sz="1400">
                          <a:solidFill>
                            <a:srgbClr val="FFFFFF"/>
                          </a:solidFill>
                          <a:latin typeface="Arial"/>
                        </a:rPr>
                        <a:t>Workload</a:t>
                      </a:r>
                    </a:p>
                  </a:txBody>
                  <a:tcPr anchor="ctr">
                    <a:solidFill>
                      <a:srgbClr val="835BA3"/>
                    </a:solidFill>
                  </a:tcPr>
                </a:tc>
                <a:tc>
                  <a:txBody>
                    <a:bodyPr/>
                    <a:lstStyle/>
                    <a:p>
                      <a:r>
                        <a:rPr b="1" sz="1400">
                          <a:solidFill>
                            <a:srgbClr val="FFFFFF"/>
                          </a:solidFill>
                          <a:latin typeface="Arial"/>
                        </a:rPr>
                        <a:t>Local verdict</a:t>
                      </a:r>
                    </a:p>
                  </a:txBody>
                  <a:tcPr anchor="ctr">
                    <a:solidFill>
                      <a:srgbClr val="835BA3"/>
                    </a:solidFill>
                  </a:tcPr>
                </a:tc>
              </a:tr>
              <a:tr h="457200">
                <a:tc>
                  <a:txBody>
                    <a:bodyPr/>
                    <a:lstStyle/>
                    <a:p>
                      <a:r>
                        <a:rPr sz="1300" b="0">
                          <a:solidFill>
                            <a:srgbClr val="251144"/>
                          </a:solidFill>
                          <a:latin typeface="Arial"/>
                        </a:rPr>
                        <a:t>One-shot bounded coding</a:t>
                      </a:r>
                    </a:p>
                  </a:txBody>
                  <a:tcPr anchor="ctr">
                    <a:solidFill>
                      <a:srgbClr val="FFFFFF"/>
                    </a:solidFill>
                  </a:tcPr>
                </a:tc>
                <a:tc>
                  <a:txBody>
                    <a:bodyPr/>
                    <a:lstStyle/>
                    <a:p>
                      <a:r>
                        <a:rPr sz="1300" b="0">
                          <a:solidFill>
                            <a:srgbClr val="251144"/>
                          </a:solidFill>
                          <a:latin typeface="Arial"/>
                        </a:rPr>
                        <a:t>**Ties Opus**, fast, free</a:t>
                      </a:r>
                    </a:p>
                  </a:txBody>
                  <a:tcPr anchor="ctr">
                    <a:solidFill>
                      <a:srgbClr val="FFFFFF"/>
                    </a:solidFill>
                  </a:tcPr>
                </a:tc>
              </a:tr>
              <a:tr h="457200">
                <a:tc>
                  <a:txBody>
                    <a:bodyPr/>
                    <a:lstStyle/>
                    <a:p>
                      <a:r>
                        <a:rPr sz="1300" b="0">
                          <a:solidFill>
                            <a:srgbClr val="251144"/>
                          </a:solidFill>
                          <a:latin typeface="Arial"/>
                        </a:rPr>
                        <a:t>Multi-turn agent loops</a:t>
                      </a:r>
                    </a:p>
                  </a:txBody>
                  <a:tcPr anchor="ctr">
                    <a:solidFill>
                      <a:srgbClr val="F1F1F4"/>
                    </a:solidFill>
                  </a:tcPr>
                </a:tc>
                <a:tc>
                  <a:txBody>
                    <a:bodyPr/>
                    <a:lstStyle/>
                    <a:p>
                      <a:r>
                        <a:rPr sz="1300" b="1">
                          <a:solidFill>
                            <a:srgbClr val="251144"/>
                          </a:solidFill>
                          <a:latin typeface="Arial"/>
                        </a:rPr>
                        <a:t>Current models: stable, 5/5. gpt-oss 20b within ~1.5x of cloud</a:t>
                      </a:r>
                    </a:p>
                  </a:txBody>
                  <a:tcPr anchor="ctr">
                    <a:solidFill>
                      <a:srgbClr val="F1F1F4"/>
                    </a:solidFill>
                  </a:tcPr>
                </a:tc>
              </a:tr>
              <a:tr h="457200">
                <a:tc>
                  <a:txBody>
                    <a:bodyPr/>
                    <a:lstStyle/>
                    <a:p>
                      <a:r>
                        <a:rPr sz="1300" b="0">
                          <a:solidFill>
                            <a:srgbClr val="251144"/>
                          </a:solidFill>
                          <a:latin typeface="Arial"/>
                        </a:rPr>
                        <a:t>Open-ended multi-file repos</a:t>
                      </a:r>
                    </a:p>
                  </a:txBody>
                  <a:tcPr anchor="ctr">
                    <a:solidFill>
                      <a:srgbClr val="FFFFFF"/>
                    </a:solidFill>
                  </a:tcPr>
                </a:tc>
                <a:tc>
                  <a:txBody>
                    <a:bodyPr/>
                    <a:lstStyle/>
                    <a:p>
                      <a:r>
                        <a:rPr sz="1300" b="1">
                          <a:solidFill>
                            <a:srgbClr val="251144"/>
                          </a:solidFill>
                          <a:latin typeface="Arial"/>
                        </a:rPr>
                        <a:t>Loses on capability too</a:t>
                      </a:r>
                    </a:p>
                  </a:txBody>
                  <a:tcPr anchor="ctr">
                    <a:solidFill>
                      <a:srgbClr val="FFFFFF"/>
                    </a:solidFill>
                  </a:tcPr>
                </a:tc>
              </a:tr>
            </a:tbl>
          </a:graphicData>
        </a:graphic>
      </p:graphicFrame>
      <p:sp>
        <p:nvSpPr>
          <p:cNvPr id="4" name="TextBox 3"/>
          <p:cNvSpPr txBox="1"/>
          <p:nvPr/>
        </p:nvSpPr>
        <p:spPr>
          <a:xfrm>
            <a:off x="548640" y="3566160"/>
            <a:ext cx="9875520" cy="1005840"/>
          </a:xfrm>
          <a:prstGeom prst="rect">
            <a:avLst/>
          </a:prstGeom>
          <a:noFill/>
        </p:spPr>
        <p:txBody>
          <a:bodyPr wrap="square">
            <a:noAutofit/>
          </a:bodyPr>
          <a:lstStyle/>
          <a:p>
            <a:r>
              <a:rPr sz="1300">
                <a:solidFill>
                  <a:srgbClr val="412B71"/>
                </a:solidFill>
              </a:rPr>
              <a:t>The instability was a stale-model artifact, a current model is stable and 5/5. What's left is wall-clock (~5x) and big-context repo work. </a:t>
            </a:r>
            <a:r>
              <a:rPr b="1" sz="1300">
                <a:solidFill>
                  <a:srgbClr val="412B71"/>
                </a:solidFill>
              </a:rPr>
              <a:t>Measure the agent loop, and keep your model current.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But on open-ended building, the gap collapses</a:t>
            </a:r>
          </a:p>
        </p:txBody>
      </p:sp>
      <p:graphicFrame>
        <p:nvGraphicFramePr>
          <p:cNvPr id="3" name="Table 2"/>
          <p:cNvGraphicFramePr>
            <a:graphicFrameLocks noGrp="1"/>
          </p:cNvGraphicFramePr>
          <p:nvPr/>
        </p:nvGraphicFramePr>
        <p:xfrm>
          <a:off x="548640" y="1554480"/>
          <a:ext cx="9875518" cy="1828800"/>
        </p:xfrm>
        <a:graphic>
          <a:graphicData uri="http://schemas.openxmlformats.org/drawingml/2006/table">
            <a:tbl>
              <a:tblPr firstRow="1" bandRow="1">
                <a:tableStyleId>{5C22544A-7EE6-4342-B048-85BDC9FD1C3A}</a:tableStyleId>
              </a:tblPr>
              <a:tblGrid>
                <a:gridCol w="3571996"/>
                <a:gridCol w="1680939"/>
                <a:gridCol w="1891057"/>
                <a:gridCol w="1260704"/>
                <a:gridCol w="1470822"/>
              </a:tblGrid>
              <a:tr h="457200">
                <a:tc>
                  <a:txBody>
                    <a:bodyPr/>
                    <a:lstStyle/>
                    <a:p>
                      <a:r>
                        <a:rPr b="1" sz="1400">
                          <a:solidFill>
                            <a:srgbClr val="FFFFFF"/>
                          </a:solidFill>
                          <a:latin typeface="Arial"/>
                        </a:rPr>
                        <a:t>backend</a:t>
                      </a:r>
                    </a:p>
                  </a:txBody>
                  <a:tcPr anchor="ctr">
                    <a:solidFill>
                      <a:srgbClr val="835BA3"/>
                    </a:solidFill>
                  </a:tcPr>
                </a:tc>
                <a:tc>
                  <a:txBody>
                    <a:bodyPr/>
                    <a:lstStyle/>
                    <a:p>
                      <a:r>
                        <a:rPr b="1" sz="1400">
                          <a:solidFill>
                            <a:srgbClr val="FFFFFF"/>
                          </a:solidFill>
                          <a:latin typeface="Arial"/>
                        </a:rPr>
                        <a:t>playable</a:t>
                      </a:r>
                    </a:p>
                  </a:txBody>
                  <a:tcPr anchor="ctr">
                    <a:solidFill>
                      <a:srgbClr val="835BA3"/>
                    </a:solidFill>
                  </a:tcPr>
                </a:tc>
                <a:tc>
                  <a:txBody>
                    <a:bodyPr/>
                    <a:lstStyle/>
                    <a:p>
                      <a:r>
                        <a:rPr b="1" sz="1400">
                          <a:solidFill>
                            <a:srgbClr val="FFFFFF"/>
                          </a:solidFill>
                          <a:latin typeface="Arial"/>
                        </a:rPr>
                        <a:t>build time</a:t>
                      </a:r>
                    </a:p>
                  </a:txBody>
                  <a:tcPr anchor="ctr">
                    <a:solidFill>
                      <a:srgbClr val="835BA3"/>
                    </a:solidFill>
                  </a:tcPr>
                </a:tc>
                <a:tc>
                  <a:txBody>
                    <a:bodyPr/>
                    <a:lstStyle/>
                    <a:p>
                      <a:r>
                        <a:rPr b="1" sz="1400">
                          <a:solidFill>
                            <a:srgbClr val="FFFFFF"/>
                          </a:solidFill>
                          <a:latin typeface="Arial"/>
                        </a:rPr>
                        <a:t>turns</a:t>
                      </a:r>
                    </a:p>
                  </a:txBody>
                  <a:tcPr anchor="ctr">
                    <a:solidFill>
                      <a:srgbClr val="835BA3"/>
                    </a:solidFill>
                  </a:tcPr>
                </a:tc>
                <a:tc>
                  <a:txBody>
                    <a:bodyPr/>
                    <a:lstStyle/>
                    <a:p>
                      <a:r>
                        <a:rPr b="1" sz="1400">
                          <a:solidFill>
                            <a:srgbClr val="FFFFFF"/>
                          </a:solidFill>
                          <a:latin typeface="Arial"/>
                        </a:rPr>
                        <a:t>cost</a:t>
                      </a:r>
                    </a:p>
                  </a:txBody>
                  <a:tcPr anchor="ctr">
                    <a:solidFill>
                      <a:srgbClr val="835BA3"/>
                    </a:solidFill>
                  </a:tcPr>
                </a:tc>
              </a:tr>
              <a:tr h="457200">
                <a:tc>
                  <a:txBody>
                    <a:bodyPr/>
                    <a:lstStyle/>
                    <a:p>
                      <a:r>
                        <a:rPr sz="1300" b="0">
                          <a:solidFill>
                            <a:srgbClr val="251144"/>
                          </a:solidFill>
                          <a:latin typeface="Arial"/>
                        </a:rPr>
                        <a:t>Opus 4.8 (cloud)</a:t>
                      </a:r>
                    </a:p>
                  </a:txBody>
                  <a:tcPr anchor="ctr">
                    <a:solidFill>
                      <a:srgbClr val="FFFFFF"/>
                    </a:solidFill>
                  </a:tcPr>
                </a:tc>
                <a:tc>
                  <a:txBody>
                    <a:bodyPr/>
                    <a:lstStyle/>
                    <a:p>
                      <a:r>
                        <a:rPr sz="1300" b="1">
                          <a:solidFill>
                            <a:srgbClr val="251144"/>
                          </a:solidFill>
                          <a:latin typeface="Arial"/>
                        </a:rPr>
                        <a:t>7 / 7</a:t>
                      </a:r>
                    </a:p>
                  </a:txBody>
                  <a:tcPr anchor="ctr">
                    <a:solidFill>
                      <a:srgbClr val="FFFFFF"/>
                    </a:solidFill>
                  </a:tcPr>
                </a:tc>
                <a:tc>
                  <a:txBody>
                    <a:bodyPr/>
                    <a:lstStyle/>
                    <a:p>
                      <a:r>
                        <a:rPr sz="1300" b="0">
                          <a:solidFill>
                            <a:srgbClr val="251144"/>
                          </a:solidFill>
                          <a:latin typeface="Arial"/>
                        </a:rPr>
                        <a:t>50 s</a:t>
                      </a:r>
                    </a:p>
                  </a:txBody>
                  <a:tcPr anchor="ctr">
                    <a:solidFill>
                      <a:srgbClr val="FFFFFF"/>
                    </a:solidFill>
                  </a:tcPr>
                </a:tc>
                <a:tc>
                  <a:txBody>
                    <a:bodyPr/>
                    <a:lstStyle/>
                    <a:p>
                      <a:r>
                        <a:rPr sz="1300" b="0">
                          <a:solidFill>
                            <a:srgbClr val="251144"/>
                          </a:solidFill>
                          <a:latin typeface="Arial"/>
                        </a:rPr>
                        <a:t>2</a:t>
                      </a:r>
                    </a:p>
                  </a:txBody>
                  <a:tcPr anchor="ctr">
                    <a:solidFill>
                      <a:srgbClr val="FFFFFF"/>
                    </a:solidFill>
                  </a:tcPr>
                </a:tc>
                <a:tc>
                  <a:txBody>
                    <a:bodyPr/>
                    <a:lstStyle/>
                    <a:p>
                      <a:r>
                        <a:rPr sz="1300" b="0">
                          <a:solidFill>
                            <a:srgbClr val="251144"/>
                          </a:solidFill>
                          <a:latin typeface="Arial"/>
                        </a:rPr>
                        <a:t>$0.40</a:t>
                      </a:r>
                    </a:p>
                  </a:txBody>
                  <a:tcPr anchor="ctr">
                    <a:solidFill>
                      <a:srgbClr val="FFFFFF"/>
                    </a:solidFill>
                  </a:tcPr>
                </a:tc>
              </a:tr>
              <a:tr h="457200">
                <a:tc>
                  <a:txBody>
                    <a:bodyPr/>
                    <a:lstStyle/>
                    <a:p>
                      <a:r>
                        <a:rPr sz="1300" b="0">
                          <a:solidFill>
                            <a:srgbClr val="251144"/>
                          </a:solidFill>
                          <a:latin typeface="Arial"/>
                        </a:rPr>
                        <a:t>qwen3-next:80b (local)</a:t>
                      </a:r>
                    </a:p>
                  </a:txBody>
                  <a:tcPr anchor="ctr">
                    <a:solidFill>
                      <a:srgbClr val="F1F1F4"/>
                    </a:solidFill>
                  </a:tcPr>
                </a:tc>
                <a:tc>
                  <a:txBody>
                    <a:bodyPr/>
                    <a:lstStyle/>
                    <a:p>
                      <a:r>
                        <a:rPr sz="1300" b="1">
                          <a:solidFill>
                            <a:srgbClr val="251144"/>
                          </a:solidFill>
                          <a:latin typeface="Arial"/>
                        </a:rPr>
                        <a:t>7 / 7</a:t>
                      </a:r>
                    </a:p>
                  </a:txBody>
                  <a:tcPr anchor="ctr">
                    <a:solidFill>
                      <a:srgbClr val="F1F1F4"/>
                    </a:solidFill>
                  </a:tcPr>
                </a:tc>
                <a:tc>
                  <a:txBody>
                    <a:bodyPr/>
                    <a:lstStyle/>
                    <a:p>
                      <a:r>
                        <a:rPr sz="1300" b="0">
                          <a:solidFill>
                            <a:srgbClr val="251144"/>
                          </a:solidFill>
                          <a:latin typeface="Arial"/>
                        </a:rPr>
                        <a:t>98 s</a:t>
                      </a:r>
                    </a:p>
                  </a:txBody>
                  <a:tcPr anchor="ctr">
                    <a:solidFill>
                      <a:srgbClr val="F1F1F4"/>
                    </a:solidFill>
                  </a:tcPr>
                </a:tc>
                <a:tc>
                  <a:txBody>
                    <a:bodyPr/>
                    <a:lstStyle/>
                    <a:p>
                      <a:r>
                        <a:rPr sz="1300" b="0">
                          <a:solidFill>
                            <a:srgbClr val="251144"/>
                          </a:solidFill>
                          <a:latin typeface="Arial"/>
                        </a:rPr>
                        <a:t>2</a:t>
                      </a:r>
                    </a:p>
                  </a:txBody>
                  <a:tcPr anchor="ctr">
                    <a:solidFill>
                      <a:srgbClr val="F1F1F4"/>
                    </a:solidFill>
                  </a:tcPr>
                </a:tc>
                <a:tc>
                  <a:txBody>
                    <a:bodyPr/>
                    <a:lstStyle/>
                    <a:p>
                      <a:r>
                        <a:rPr sz="1300" b="1">
                          <a:solidFill>
                            <a:srgbClr val="251144"/>
                          </a:solidFill>
                          <a:latin typeface="Arial"/>
                        </a:rPr>
                        <a:t>$0</a:t>
                      </a:r>
                    </a:p>
                  </a:txBody>
                  <a:tcPr anchor="ctr">
                    <a:solidFill>
                      <a:srgbClr val="F1F1F4"/>
                    </a:solidFill>
                  </a:tcPr>
                </a:tc>
              </a:tr>
              <a:tr h="457200">
                <a:tc>
                  <a:txBody>
                    <a:bodyPr/>
                    <a:lstStyle/>
                    <a:p>
                      <a:r>
                        <a:rPr sz="1300" b="0">
                          <a:solidFill>
                            <a:srgbClr val="251144"/>
                          </a:solidFill>
                          <a:latin typeface="Arial"/>
                        </a:rPr>
                        <a:t>qwen3-coder:30b (local)</a:t>
                      </a:r>
                    </a:p>
                  </a:txBody>
                  <a:tcPr anchor="ctr">
                    <a:solidFill>
                      <a:srgbClr val="FFFFFF"/>
                    </a:solidFill>
                  </a:tcPr>
                </a:tc>
                <a:tc>
                  <a:txBody>
                    <a:bodyPr/>
                    <a:lstStyle/>
                    <a:p>
                      <a:r>
                        <a:rPr sz="1300" b="0">
                          <a:solidFill>
                            <a:srgbClr val="251144"/>
                          </a:solidFill>
                          <a:latin typeface="Arial"/>
                        </a:rPr>
                        <a:t>6 / 7</a:t>
                      </a:r>
                    </a:p>
                  </a:txBody>
                  <a:tcPr anchor="ctr">
                    <a:solidFill>
                      <a:srgbClr val="FFFFFF"/>
                    </a:solidFill>
                  </a:tcPr>
                </a:tc>
                <a:tc>
                  <a:txBody>
                    <a:bodyPr/>
                    <a:lstStyle/>
                    <a:p>
                      <a:r>
                        <a:rPr sz="1300" b="0">
                          <a:solidFill>
                            <a:srgbClr val="251144"/>
                          </a:solidFill>
                          <a:latin typeface="Arial"/>
                        </a:rPr>
                        <a:t>166 s</a:t>
                      </a:r>
                    </a:p>
                  </a:txBody>
                  <a:tcPr anchor="ctr">
                    <a:solidFill>
                      <a:srgbClr val="FFFFFF"/>
                    </a:solidFill>
                  </a:tcPr>
                </a:tc>
                <a:tc>
                  <a:txBody>
                    <a:bodyPr/>
                    <a:lstStyle/>
                    <a:p>
                      <a:r>
                        <a:rPr sz="1300" b="0">
                          <a:solidFill>
                            <a:srgbClr val="251144"/>
                          </a:solidFill>
                          <a:latin typeface="Arial"/>
                        </a:rPr>
                        <a:t>2</a:t>
                      </a:r>
                    </a:p>
                  </a:txBody>
                  <a:tcPr anchor="ctr">
                    <a:solidFill>
                      <a:srgbClr val="FFFFFF"/>
                    </a:solidFill>
                  </a:tcPr>
                </a:tc>
                <a:tc>
                  <a:txBody>
                    <a:bodyPr/>
                    <a:lstStyle/>
                    <a:p>
                      <a:r>
                        <a:rPr sz="1300" b="1">
                          <a:solidFill>
                            <a:srgbClr val="251144"/>
                          </a:solidFill>
                          <a:latin typeface="Arial"/>
                        </a:rPr>
                        <a:t>$0</a:t>
                      </a:r>
                    </a:p>
                  </a:txBody>
                  <a:tcPr anchor="ctr">
                    <a:solidFill>
                      <a:srgbClr val="FFFFFF"/>
                    </a:solidFill>
                  </a:tcPr>
                </a:tc>
              </a:tr>
            </a:tbl>
          </a:graphicData>
        </a:graphic>
      </p:graphicFrame>
      <p:sp>
        <p:nvSpPr>
          <p:cNvPr id="4" name="TextBox 3"/>
          <p:cNvSpPr txBox="1"/>
          <p:nvPr/>
        </p:nvSpPr>
        <p:spPr>
          <a:xfrm>
            <a:off x="548640" y="3566160"/>
            <a:ext cx="9875520" cy="1005840"/>
          </a:xfrm>
          <a:prstGeom prst="rect">
            <a:avLst/>
          </a:prstGeom>
          <a:noFill/>
        </p:spPr>
        <p:txBody>
          <a:bodyPr wrap="square">
            <a:noAutofit/>
          </a:bodyPr>
          <a:lstStyle/>
          <a:p>
            <a:r>
              <a:rPr sz="1300">
                <a:solidFill>
                  <a:srgbClr val="412B71"/>
                </a:solidFill>
              </a:rPr>
              <a:t>Task: 'build playable Space Invaders as one index.html', scored by a Playwright 7-check rubric. </a:t>
            </a:r>
            <a:r>
              <a:rPr b="1" sz="1300">
                <a:solidFill>
                  <a:srgbClr val="412B71"/>
                </a:solidFill>
              </a:rPr>
              <a:t>No failing test to spiral on, so local 80B ties cloud, within 2x on speed.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Same task, three models, all playable</a:t>
            </a:r>
          </a:p>
        </p:txBody>
      </p:sp>
      <p:pic>
        <p:nvPicPr>
          <p:cNvPr id="3" name="Picture 2" descr="side_by_side_2x.gif"/>
          <p:cNvPicPr>
            <a:picLocks noChangeAspect="1"/>
          </p:cNvPicPr>
          <p:nvPr/>
        </p:nvPicPr>
        <p:blipFill>
          <a:blip r:embed="rId2"/>
          <a:stretch>
            <a:fillRect/>
          </a:stretch>
        </p:blipFill>
        <p:spPr>
          <a:xfrm>
            <a:off x="527866" y="1417320"/>
            <a:ext cx="9917068" cy="4160520"/>
          </a:xfrm>
          <a:prstGeom prst="rect">
            <a:avLst/>
          </a:prstGeom>
        </p:spPr>
      </p:pic>
      <p:sp>
        <p:nvSpPr>
          <p:cNvPr id="4" name="TextBox 3"/>
          <p:cNvSpPr txBox="1"/>
          <p:nvPr/>
        </p:nvSpPr>
        <p:spPr>
          <a:xfrm>
            <a:off x="548640" y="5632704"/>
            <a:ext cx="9875520" cy="365760"/>
          </a:xfrm>
          <a:prstGeom prst="rect">
            <a:avLst/>
          </a:prstGeom>
          <a:noFill/>
        </p:spPr>
        <p:txBody>
          <a:bodyPr wrap="none">
            <a:spAutoFit/>
          </a:bodyPr>
          <a:lstStyle/>
          <a:p>
            <a:pPr algn="ctr"/>
            <a:r>
              <a:rPr sz="1300">
                <a:solidFill>
                  <a:srgbClr val="412B71"/>
                </a:solidFill>
              </a:rPr>
              <a:t>The actual games the three agents built, being played. Polish climbs left to right. coder-30b gatekept its own game behind a START 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822960" y="2331720"/>
            <a:ext cx="9326880" cy="548640"/>
          </a:xfrm>
          <a:prstGeom prst="rect">
            <a:avLst/>
          </a:prstGeom>
          <a:noFill/>
        </p:spPr>
        <p:txBody>
          <a:bodyPr wrap="square">
            <a:noAutofit/>
          </a:bodyPr>
          <a:lstStyle/>
          <a:p>
            <a:r>
              <a:rPr sz="2000" b="1">
                <a:solidFill>
                  <a:srgbClr val="FFED4C"/>
                </a:solidFill>
              </a:rPr>
              <a:t>ACT FOUR</a:t>
            </a:r>
          </a:p>
        </p:txBody>
      </p:sp>
      <p:sp>
        <p:nvSpPr>
          <p:cNvPr id="4" name="TextBox 3"/>
          <p:cNvSpPr txBox="1"/>
          <p:nvPr/>
        </p:nvSpPr>
        <p:spPr>
          <a:xfrm>
            <a:off x="822960" y="2880360"/>
            <a:ext cx="9326880" cy="1737360"/>
          </a:xfrm>
          <a:prstGeom prst="rect">
            <a:avLst/>
          </a:prstGeom>
          <a:noFill/>
        </p:spPr>
        <p:txBody>
          <a:bodyPr wrap="square">
            <a:noAutofit/>
          </a:bodyPr>
          <a:lstStyle/>
          <a:p>
            <a:r>
              <a:rPr sz="4000" b="1">
                <a:solidFill>
                  <a:srgbClr val="FFFFFF"/>
                </a:solidFill>
              </a:rPr>
              <a:t>Economics &amp; the call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The economics</a:t>
            </a:r>
          </a:p>
        </p:txBody>
      </p:sp>
      <p:sp>
        <p:nvSpPr>
          <p:cNvPr id="3" name="Text Placeholder 2"/>
          <p:cNvSpPr>
            <a:spLocks noGrp="1"/>
          </p:cNvSpPr>
          <p:nvPr>
            <p:ph type="body" idx="1"/>
          </p:nvPr>
        </p:nvSpPr>
        <p:spPr/>
        <p:txBody>
          <a:bodyPr wrap="square">
            <a:noAutofit/>
          </a:bodyPr>
          <a:lstStyle/>
          <a:p>
            <a:pPr>
              <a:spcAft>
                <a:spcPts val="600"/>
              </a:spcAft>
              <a:defRPr sz="1800"/>
            </a:pPr>
            <a:r>
              <a:rPr sz="1800"/>
              <a:t>Cloud: ~$200/mo, about $2,400/yr, indefinitely</a:t>
            </a:r>
          </a:p>
          <a:p>
            <a:pPr>
              <a:spcAft>
                <a:spcPts val="600"/>
              </a:spcAft>
              <a:defRPr sz="1800"/>
            </a:pPr>
            <a:r>
              <a:rPr sz="1800"/>
              <a:t>Local: $4,676 once, then </a:t>
            </a:r>
            <a:r>
              <a:rPr b="1" sz="1800"/>
              <a:t>$0/mo</a:t>
            </a:r>
            <a:r>
              <a:rPr sz="1800"/>
              <a:t> after</a:t>
            </a:r>
          </a:p>
          <a:p>
            <a:pPr>
              <a:spcAft>
                <a:spcPts val="600"/>
              </a:spcAft>
              <a:defRPr sz="1800"/>
            </a:pPr>
            <a:r>
              <a:rPr b="1" sz="1800"/>
              <a:t>Breakeven ~2 years</a:t>
            </a:r>
            <a:r>
              <a:rPr sz="1800"/>
              <a:t>, then it's basically free real estate, for the work local handles well</a:t>
            </a:r>
          </a:p>
          <a:p>
            <a:pPr>
              <a:spcAft>
                <a:spcPts val="600"/>
              </a:spcAft>
              <a:defRPr sz="1800"/>
            </a:pPr>
            <a:r>
              <a:rPr sz="1800"/>
              <a:t>Privacy bonus: code never leaves the LAN</a:t>
            </a:r>
          </a:p>
          <a:p>
            <a:pPr>
              <a:spcAft>
                <a:spcPts val="600"/>
              </a:spcAft>
              <a:defRPr sz="1800"/>
            </a:pPr>
            <a:r>
              <a:rPr sz="1800"/>
              <a:t>The catch: it's a supplement, not a full replacement. Hard repo work still routes to cloud.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Recommendation</a:t>
            </a:r>
          </a:p>
        </p:txBody>
      </p:sp>
      <p:sp>
        <p:nvSpPr>
          <p:cNvPr id="3" name="Text Placeholder 2"/>
          <p:cNvSpPr>
            <a:spLocks noGrp="1"/>
          </p:cNvSpPr>
          <p:nvPr>
            <p:ph type="body" idx="1"/>
          </p:nvPr>
        </p:nvSpPr>
        <p:spPr/>
        <p:txBody>
          <a:bodyPr wrap="square">
            <a:noAutofit/>
          </a:bodyPr>
          <a:lstStyle/>
          <a:p>
            <a:pPr>
              <a:spcAft>
                <a:spcPts val="600"/>
              </a:spcAft>
              <a:defRPr sz="1800"/>
            </a:pPr>
            <a:r>
              <a:rPr b="1" sz="1800"/>
              <a:t>Hybrid, not either/or:</a:t>
            </a:r>
          </a:p>
          <a:p>
            <a:pPr lvl="1">
              <a:spcAft>
                <a:spcPts val="600"/>
              </a:spcAft>
              <a:defRPr sz="1500"/>
            </a:pPr>
            <a:r>
              <a:rPr sz="1500">
                <a:latin typeface="Consolas"/>
              </a:rPr>
              <a:t>claude</a:t>
            </a:r>
            <a:r>
              <a:rPr sz="1500"/>
              <a:t> routes to the local Studio (the 80%: daily coding, free, private, fast)</a:t>
            </a:r>
          </a:p>
          <a:p>
            <a:pPr lvl="1">
              <a:spcAft>
                <a:spcPts val="600"/>
              </a:spcAft>
              <a:defRPr sz="1500"/>
            </a:pPr>
            <a:r>
              <a:rPr sz="1500">
                <a:latin typeface="Consolas"/>
              </a:rPr>
              <a:t>claude-cloud</a:t>
            </a:r>
            <a:r>
              <a:rPr sz="1500"/>
              <a:t> routes to Opus 4.8 (the 20%: hard cross-file repo work)</a:t>
            </a:r>
          </a:p>
          <a:p>
            <a:pPr>
              <a:spcAft>
                <a:spcPts val="600"/>
              </a:spcAft>
              <a:defRPr sz="1800"/>
            </a:pPr>
            <a:r>
              <a:rPr sz="1800"/>
              <a:t>One toggle, per task. Denominated in your real workload.</a:t>
            </a:r>
          </a:p>
          <a:p>
            <a:pPr>
              <a:spcAft>
                <a:spcPts val="600"/>
              </a:spcAft>
              <a:defRPr sz="1800"/>
            </a:pPr>
            <a:r>
              <a:rPr b="1" sz="1800"/>
              <a:t>Single-dev sweet spot:</a:t>
            </a:r>
            <a:r>
              <a:rPr sz="1800"/>
              <a:t> Mac Studio, 64-96GB, MoE coder model, ~$4-5K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Caveats that matter</a:t>
            </a:r>
          </a:p>
        </p:txBody>
      </p:sp>
      <p:sp>
        <p:nvSpPr>
          <p:cNvPr id="3" name="Text Placeholder 2"/>
          <p:cNvSpPr>
            <a:spLocks noGrp="1"/>
          </p:cNvSpPr>
          <p:nvPr>
            <p:ph type="body" idx="1"/>
          </p:nvPr>
        </p:nvSpPr>
        <p:spPr/>
        <p:txBody>
          <a:bodyPr wrap="square">
            <a:noAutofit/>
          </a:bodyPr>
          <a:lstStyle/>
          <a:p>
            <a:pPr>
              <a:spcAft>
                <a:spcPts val="600"/>
              </a:spcAft>
              <a:defRPr sz="1800"/>
            </a:pPr>
            <a:r>
              <a:rPr sz="1800"/>
              <a:t>'Local SOTA at home' is real in 2026, narrowly, on bounded coding</a:t>
            </a:r>
          </a:p>
          <a:p>
            <a:pPr>
              <a:spcAft>
                <a:spcPts val="600"/>
              </a:spcAft>
              <a:defRPr sz="1800"/>
            </a:pPr>
            <a:r>
              <a:rPr sz="1800"/>
              <a:t>On open-ended engineering it is not, and no honest setup pretends otherwise</a:t>
            </a:r>
          </a:p>
          <a:p>
            <a:pPr>
              <a:spcAft>
                <a:spcPts val="600"/>
              </a:spcAft>
              <a:defRPr sz="1800"/>
            </a:pPr>
            <a:r>
              <a:rPr sz="1800"/>
              <a:t>16GB is too small; &gt;96GB is overkill for one person</a:t>
            </a:r>
          </a:p>
          <a:p>
            <a:pPr>
              <a:spcAft>
                <a:spcPts val="600"/>
              </a:spcAft>
              <a:defRPr sz="1800"/>
            </a:pPr>
            <a:r>
              <a:rPr sz="1800"/>
              <a:t>Benchmarks saturate, measure your task mix, not a leaderboard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What's next (this is being measured)</a:t>
            </a:r>
          </a:p>
        </p:txBody>
      </p:sp>
      <p:sp>
        <p:nvSpPr>
          <p:cNvPr id="3" name="Text Placeholder 2"/>
          <p:cNvSpPr>
            <a:spLocks noGrp="1"/>
          </p:cNvSpPr>
          <p:nvPr>
            <p:ph type="body" idx="1"/>
          </p:nvPr>
        </p:nvSpPr>
        <p:spPr/>
        <p:txBody>
          <a:bodyPr wrap="square">
            <a:noAutofit/>
          </a:bodyPr>
          <a:lstStyle/>
          <a:p>
            <a:pPr>
              <a:spcAft>
                <a:spcPts val="600"/>
              </a:spcAft>
              <a:defRPr sz="1800"/>
            </a:pPr>
            <a:r>
              <a:rPr sz="1800"/>
              <a:t>Cut my agents fully over to local</a:t>
            </a:r>
          </a:p>
          <a:p>
            <a:pPr>
              <a:spcAft>
                <a:spcPts val="600"/>
              </a:spcAft>
              <a:defRPr sz="1800"/>
            </a:pPr>
            <a:r>
              <a:rPr sz="1800"/>
              <a:t>Measure local vs Opus 4.8 on real tasks: token usage, latency, TTFT (time to first token), success</a:t>
            </a:r>
          </a:p>
          <a:p>
            <a:pPr>
              <a:spcAft>
                <a:spcPts val="600"/>
              </a:spcAft>
              <a:defRPr sz="1800"/>
            </a:pPr>
            <a:r>
              <a:rPr sz="1800"/>
              <a:t>Add verification-loop scaffolding, guardrails took an 8B from 53% to 99% on agentic workflows</a:t>
            </a:r>
          </a:p>
          <a:p>
            <a:pPr>
              <a:spcAft>
                <a:spcPts val="600"/>
              </a:spcAft>
              <a:defRPr sz="1800"/>
            </a:pPr>
            <a:r>
              <a:rPr sz="1800"/>
              <a:t>The instability may be a software problem, not a model-size one. The fix might be code, not a $10k box.</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822960" y="1737360"/>
            <a:ext cx="9326880" cy="1371600"/>
          </a:xfrm>
        </p:spPr>
        <p:txBody>
          <a:bodyPr wrap="square">
            <a:noAutofit/>
          </a:bodyPr>
          <a:lstStyle/>
          <a:p>
            <a:pPr>
              <a:defRPr sz="3600"/>
            </a:pPr>
            <a:r>
              <a:rPr sz="3600"/>
              <a:t>Thank you</a:t>
            </a:r>
          </a:p>
        </p:txBody>
      </p:sp>
      <p:sp>
        <p:nvSpPr>
          <p:cNvPr id="3" name="Subtitle 2"/>
          <p:cNvSpPr>
            <a:spLocks noGrp="1"/>
          </p:cNvSpPr>
          <p:nvPr>
            <p:ph type="subTitle" idx="1"/>
          </p:nvPr>
        </p:nvSpPr>
        <p:spPr>
          <a:xfrm>
            <a:off x="822960" y="3108960"/>
            <a:ext cx="9326880" cy="548640"/>
          </a:xfrm>
        </p:spPr>
        <p:txBody>
          <a:bodyPr wrap="square">
            <a:noAutofit/>
          </a:bodyPr>
          <a:lstStyle/>
          <a:p>
            <a:pPr>
              <a:spcAft>
                <a:spcPts val="0"/>
              </a:spcAft>
              <a:defRPr sz="2000"/>
            </a:pPr>
            <a:r>
              <a:rPr sz="2000">
                <a:solidFill>
                  <a:srgbClr val="412B71"/>
                </a:solidFill>
              </a:rPr>
              <a:t>The win is real. So is the caveat.</a:t>
            </a:r>
          </a:p>
          <a:p>
            <a:pPr>
              <a:spcAft>
                <a:spcPts val="0"/>
              </a:spcAft>
              <a:defRPr sz="2000"/>
            </a:pPr>
            <a:r>
              <a:rPr sz="2000">
                <a:solidFill>
                  <a:srgbClr val="412B71"/>
                </a:solidFill>
              </a:rPr>
              <a:t>Repo + full write-up (19 acts, 41 lessons): github.com/jconnolly/local-llm-pi5</a:t>
            </a:r>
          </a:p>
          <a:p>
            <a:pPr>
              <a:spcAft>
                <a:spcPts val="0"/>
              </a:spcAft>
              <a:defRPr sz="2000"/>
            </a:pPr>
            <a:r>
              <a:rPr sz="2000">
                <a:solidFill>
                  <a:srgbClr val="412B71"/>
                </a:solidFill>
              </a:rPr>
              <a:t>Benchmarks: minibench, repobench, appbench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pPr>
              <a:defRPr sz="3000"/>
            </a:pPr>
            <a:r>
              <a:rPr sz="3000"/>
              <a:t>PS: the field moved while I built this deck</a:t>
            </a:r>
          </a:p>
        </p:txBody>
      </p:sp>
      <p:sp>
        <p:nvSpPr>
          <p:cNvPr id="3" name="Text Placeholder 2"/>
          <p:cNvSpPr>
            <a:spLocks noGrp="1"/>
          </p:cNvSpPr>
          <p:nvPr>
            <p:ph type="body" idx="1"/>
          </p:nvPr>
        </p:nvSpPr>
        <p:spPr/>
        <p:txBody>
          <a:bodyPr wrap="square">
            <a:noAutofit/>
          </a:bodyPr>
          <a:lstStyle/>
          <a:p>
            <a:pPr>
              <a:spcAft>
                <a:spcPts val="600"/>
              </a:spcAft>
              <a:defRPr sz="1800"/>
            </a:pPr>
            <a:r>
              <a:rPr sz="1800"/>
              <a:t>Mid-build, Vicki Boykis published 'Running local models is good now' (Jun 15), and Hacker News piled on with a 1,589-point discussion of it.</a:t>
            </a:r>
          </a:p>
          <a:p>
            <a:pPr>
              <a:spcAft>
                <a:spcPts val="600"/>
              </a:spcAft>
              <a:defRPr sz="1800"/>
            </a:pPr>
            <a:r>
              <a:rPr sz="1800"/>
              <a:t>They corroborate the core finding: context is the wall, ~30B MoE is the sweet spot, agentic local is real but model-dependent.</a:t>
            </a:r>
          </a:p>
          <a:p>
            <a:pPr>
              <a:spcAft>
                <a:spcPts val="600"/>
              </a:spcAft>
              <a:defRPr sz="1800"/>
            </a:pPr>
            <a:r>
              <a:rPr sz="1800"/>
              <a:t>But my models are already last-gen. The community has moved to </a:t>
            </a:r>
            <a:r>
              <a:rPr b="1" sz="1800"/>
              <a:t>Qwen 3.6</a:t>
            </a:r>
            <a:r>
              <a:rPr sz="1800"/>
              <a:t> (27b / 35b-a3b) and </a:t>
            </a:r>
            <a:r>
              <a:rPr b="1" sz="1800"/>
              <a:t>Gemma 4</a:t>
            </a:r>
            <a:r>
              <a:rPr sz="1800"/>
              <a:t>; my coder-30b is a step behind.</a:t>
            </a:r>
          </a:p>
          <a:p>
            <a:pPr>
              <a:spcAft>
                <a:spcPts val="600"/>
              </a:spcAft>
              <a:defRPr sz="1800"/>
            </a:pPr>
            <a:r>
              <a:rPr b="1" sz="1800"/>
              <a:t>Already tested:</a:t>
            </a:r>
            <a:r>
              <a:rPr sz="1800"/>
              <a:t> re-ran the agent loop across Qwen 3.6, gpt-oss, and Gemma 4 (same box). All 5/5, all stable, no spirals. </a:t>
            </a:r>
            <a:r>
              <a:rPr b="1" sz="1800"/>
              <a:t>gpt-oss 20b landed within ~1.5x of cloud.</a:t>
            </a:r>
            <a:r>
              <a:rPr sz="1800"/>
              <a:t> The instability was the stale model.</a:t>
            </a:r>
          </a:p>
          <a:p>
            <a:pPr>
              <a:spcAft>
                <a:spcPts val="600"/>
              </a:spcAft>
              <a:defRPr sz="1800"/>
            </a:pPr>
            <a:r>
              <a:rPr b="1" sz="1800"/>
              <a:t>Still open:</a:t>
            </a:r>
            <a:r>
              <a:rPr sz="1800"/>
              <a:t> the quant angle (q6 vs q4 on the 80B), and living on it daily. The verdict holds; the specific models won't, this moves weekly.</a:t>
            </a:r>
          </a:p>
          <a:p>
            <a:pPr>
              <a:spcAft>
                <a:spcPts val="600"/>
              </a:spcAft>
              <a:defRPr sz="1800"/>
            </a:pPr>
            <a:r>
              <a:rPr sz="1800"/>
              <a:t>Sources: vickiboykis.com/2026/06/15 + Hacker News (items 48555993, 48542100)</a:t>
            </a:r>
          </a:p>
        </p:txBody>
      </p:sp>
    </p:spTree>
  </p:cSld>
  <p:clrMapOvr>
    <a:masterClrMapping/>
  </p:clrMapOvr>
</p:sld>
</file>

<file path=ppt/theme/theme1.xml><?xml version="1.0" encoding="utf-8"?>
<a:theme xmlns:a="http://schemas.openxmlformats.org/drawingml/2006/main" xmlns:r="http://schemas.openxmlformats.org/officeDocument/2006/relationships" name="Data Society - Light">
  <a:themeElements>
    <a:clrScheme name="Data Society">
      <a:dk1>
        <a:srgbClr val="251144"/>
      </a:dk1>
      <a:lt1>
        <a:srgbClr val="FFFFFF"/>
      </a:lt1>
      <a:dk2>
        <a:srgbClr val="412B71"/>
      </a:dk2>
      <a:lt2>
        <a:srgbClr val="FFFFFF"/>
      </a:lt2>
      <a:accent1>
        <a:srgbClr val="835BA3"/>
      </a:accent1>
      <a:accent2>
        <a:srgbClr val="FF350E"/>
      </a:accent2>
      <a:accent3>
        <a:srgbClr val="FFED4C"/>
      </a:accent3>
      <a:accent4>
        <a:srgbClr val="F8FBFB"/>
      </a:accent4>
      <a:accent5>
        <a:srgbClr val="F8FBFB"/>
      </a:accent5>
      <a:accent6>
        <a:srgbClr val="F4F4F4"/>
      </a:accent6>
      <a:hlink>
        <a:srgbClr val="E1E1E1"/>
      </a:hlink>
      <a:folHlink>
        <a:srgbClr val="FF350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ata Society - Dark">
  <a:themeElements>
    <a:clrScheme name="Data Society">
      <a:dk1>
        <a:srgbClr val="251144"/>
      </a:dk1>
      <a:lt1>
        <a:srgbClr val="FFFFFF"/>
      </a:lt1>
      <a:dk2>
        <a:srgbClr val="412B71"/>
      </a:dk2>
      <a:lt2>
        <a:srgbClr val="FFFFFF"/>
      </a:lt2>
      <a:accent1>
        <a:srgbClr val="835BA3"/>
      </a:accent1>
      <a:accent2>
        <a:srgbClr val="FF350E"/>
      </a:accent2>
      <a:accent3>
        <a:srgbClr val="FFED4C"/>
      </a:accent3>
      <a:accent4>
        <a:srgbClr val="F8FBFB"/>
      </a:accent4>
      <a:accent5>
        <a:srgbClr val="F8FBFB"/>
      </a:accent5>
      <a:accent6>
        <a:srgbClr val="F4F4F4"/>
      </a:accent6>
      <a:hlink>
        <a:srgbClr val="E1E1E1"/>
      </a:hlink>
      <a:folHlink>
        <a:srgbClr val="FF350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