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forty-six-hundred-dollar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through the real Claude Code loop, local on the Studio versus cloud Opus, fully sandboxed, throwaway directories, AWS credentials stripped so nothing could touch a real account. The honest result: local got the correct answer on all three, the work shipped, same capability, but you wait seven to ten times longer. Note the twist, the bounded task has the WORST ratio, ten-x, because cloud finishes it in fifteen seconds flat and local's fixed per-turn latency is a bigger multiple of a tiny number.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$4,676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The bar I set: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Result</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15 s</a:t>
                      </a:r>
                    </a:p>
                  </a:txBody>
                  <a:tcPr anchor="ctr">
                    <a:solidFill>
                      <a:srgbClr val="FFFFFF"/>
                    </a:solidFill>
                  </a:tcPr>
                </a:tc>
                <a:tc>
                  <a:txBody>
                    <a:bodyPr/>
                    <a:lstStyle/>
                    <a:p>
                      <a:r>
                        <a:rPr sz="1200" b="1">
                          <a:solidFill>
                            <a:srgbClr val="251144"/>
                          </a:solidFill>
                          <a:latin typeface="Arial"/>
                        </a:rPr>
                        <a:t>150 s</a:t>
                      </a:r>
                    </a:p>
                  </a:txBody>
                  <a:tcPr anchor="ctr">
                    <a:solidFill>
                      <a:srgbClr val="FFFFFF"/>
                    </a:solidFill>
                  </a:tcPr>
                </a:tc>
                <a:tc>
                  <a:txBody>
                    <a:bodyPr/>
                    <a:lstStyle/>
                    <a:p>
                      <a:r>
                        <a:rPr sz="1200" b="0">
                          <a:solidFill>
                            <a:srgbClr val="251144"/>
                          </a:solidFill>
                          <a:latin typeface="Arial"/>
                        </a:rPr>
                        <a:t>both pass, 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34 s</a:t>
                      </a:r>
                    </a:p>
                  </a:txBody>
                  <a:tcPr anchor="ctr">
                    <a:solidFill>
                      <a:srgbClr val="F1F1F4"/>
                    </a:solidFill>
                  </a:tcPr>
                </a:tc>
                <a:tc>
                  <a:txBody>
                    <a:bodyPr/>
                    <a:lstStyle/>
                    <a:p>
                      <a:r>
                        <a:rPr sz="1200" b="1">
                          <a:solidFill>
                            <a:srgbClr val="251144"/>
                          </a:solidFill>
                          <a:latin typeface="Arial"/>
                        </a:rPr>
                        <a:t>262 s</a:t>
                      </a:r>
                    </a:p>
                  </a:txBody>
                  <a:tcPr anchor="ctr">
                    <a:solidFill>
                      <a:srgbClr val="F1F1F4"/>
                    </a:solidFill>
                  </a:tcPr>
                </a:tc>
                <a:tc>
                  <a:txBody>
                    <a:bodyPr/>
                    <a:lstStyle/>
                    <a:p>
                      <a:r>
                        <a:rPr sz="1200" b="0">
                          <a:solidFill>
                            <a:srgbClr val="251144"/>
                          </a:solidFill>
                          <a:latin typeface="Arial"/>
                        </a:rPr>
                        <a:t>both pass, 8x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21 s</a:t>
                      </a:r>
                    </a:p>
                  </a:txBody>
                  <a:tcPr anchor="ctr">
                    <a:solidFill>
                      <a:srgbClr val="FFFFFF"/>
                    </a:solidFill>
                  </a:tcPr>
                </a:tc>
                <a:tc>
                  <a:txBody>
                    <a:bodyPr/>
                    <a:lstStyle/>
                    <a:p>
                      <a:r>
                        <a:rPr sz="1200" b="1">
                          <a:solidFill>
                            <a:srgbClr val="251144"/>
                          </a:solidFill>
                          <a:latin typeface="Arial"/>
                        </a:rPr>
                        <a:t>155 s</a:t>
                      </a:r>
                    </a:p>
                  </a:txBody>
                  <a:tcPr anchor="ctr">
                    <a:solidFill>
                      <a:srgbClr val="FFFFFF"/>
                    </a:solidFill>
                  </a:tcPr>
                </a:tc>
                <a:tc>
                  <a:txBody>
                    <a:bodyPr/>
                    <a:lstStyle/>
                    <a:p>
                      <a:r>
                        <a:rPr sz="1200" b="0">
                          <a:solidFill>
                            <a:srgbClr val="251144"/>
                          </a:solidFill>
                          <a:latin typeface="Arial"/>
                        </a:rPr>
                        <a:t>both pass, 7x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all three, same capability, but you wait ~7-10x longer. The gap is wall-clock, not correctness. The bounded task has the worst ratio: cloud finishes in 15s, so local's per-turn latency is a bigger multiple. Measured this session: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~7-10x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