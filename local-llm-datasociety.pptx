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"This whole talk is about measuring instead of vibing, so hold me to it. Scan this, it's a Slido, ask questions, drop feedback, upvote whatever you want answered, any time, you don't have to wait for the end. I'll check it at every part break and read the top one aloud."</a:t>
            </a:r>
          </a:p>
          <a:p/>
          <a:p>
            <a:r>
              <a:t>CUE: Before Part One, while people settle. Leave the QR up a beat for the back row.</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"This is the map. Stop one, the Raspberry Pi, a dead end, I'll show you why. Stop two, a spare MacBook Air I call Maral, where I learned everything. Stop three, a tuning wall, and the single best speedup of the project. Stop four, the reality check, can you just buy your way to the top, that's part two. Stop five, the Mac Studio, the machine that finally earned its keep, the verdict's in part three."</a:t>
            </a:r>
          </a:p>
          <a:p/>
          <a:p>
            <a:r>
              <a:t>CUE: Walk it, don't read every cell. Tease, don't spoil, numbers come later. The lessons are in the trip.</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verified this on the actual board, and to be fair to it, the Hailo does run language models now: Hailo ships a generative-AI model zoo and an Ollama-compatible runtime, so you can point Claude Code at it. So why a dead end? Two reasons, both capability, not connection. One, every model in that LLM zoo is one to three billion parameters, far too small for a sixty-four-thousand-token coding agent. Two, it's slow, I measured about seven tokens a second, and reviewers find the plain CPU often matches it. Hailo markets thirty to fifty, but that's not what I, or they, saw."</a:t>
            </a:r>
          </a:p>
          <a:p/>
          <a:p>
            <a:r>
              <a:t>CUE: Corrected since I first built this, own that. Takeaway: a capability problem, not a connection one.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measured both paths myself. On the CPU, about five tokens a second on a 3B coder. On the Hailo accelerator, seven-point-three on a 1.5B. Those felt off, so I checked independent reviewers, and the plain CPU often beats the Hailo, one literally called it more like a decelerator than an accelerator. The whole lineup is one to three billion, and when I ran it, it got 'reverse a string' wrong."</a:t>
            </a:r>
          </a:p>
          <a:p/>
          <a:p>
            <a:r>
              <a:t>CUE: The fun one, let the gif play. The chip's real win is low power, not speed. Great chatbot, never a coding backend.</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"Myth-buster: just buy a big enough Mac and you'll match Opus. False. The model I run on the 96-gig box, Qwen 3.6 27B, scores seventy-seven on SWE-bench Verified, eleven behind Opus. The best open-weight model on earth, DeepSeek V4, only reaches eighty-point-six, still eight short, and it won't even fit the biggest Mac Apple sells. You cannot spend your way to parity. The only thing that gives you Opus quality is Opus."</a:t>
            </a:r>
          </a:p>
          <a:p/>
          <a:p>
            <a:r>
              <a:t>CUE: This is SWE-bench Verified, the hard open-ended-repo axis, exactly where local loses. Footnote: I'm not a shill, I'm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"Once parity's off the table, the question changes from 'can I match it' to 'how close can I get for sensible money, and what do I do about the gap?' You answer that with your actual task mix, not ideology and not the sticker price. So I went and bought a box to find out."</a:t>
            </a:r>
          </a:p>
          <a:p/>
          <a:p>
            <a:r>
              <a:t>CUE: Keep it a QUESTION, do NOT answer it here. Hold the hybrid recommendation and the dollar figure for Part Four, that's the payoff.</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Measured both paths: CPU (ollama) </a:t>
            </a:r>
            <a:r>
              <a:rPr b="1" sz="1300"/>
              <a:t>5 tok/s</a:t>
            </a:r>
            <a:r>
              <a:rPr sz="1300"/>
              <a:t> · Hailo accelerator </a:t>
            </a:r>
            <a:r>
              <a:rPr b="1" sz="1300"/>
              <a:t>7.3 tok/s</a:t>
            </a:r>
          </a:p>
          <a:p>
            <a:pPr>
              <a:spcAft>
                <a:spcPts val="600"/>
              </a:spcAft>
              <a:defRPr sz="1300"/>
            </a:pPr>
            <a:r>
              <a:rPr sz="1300"/>
              <a:t>Reviewers: </a:t>
            </a:r>
            <a:r>
              <a:rPr b="1" sz="1300"/>
              <a:t>CPU often beats the Hailo</a:t>
            </a:r>
            <a:r>
              <a:rPr sz="1300"/>
              <a:t> (R1-1.5B 6.7 vs 9.0 · Coder-1.5B 8.1 vs 10.3 · Llama3.2-3B 2.6 vs 4.8)</a:t>
            </a:r>
          </a:p>
          <a:p>
            <a:pPr>
              <a:spcAft>
                <a:spcPts val="600"/>
              </a:spcAft>
              <a:defRPr sz="1300"/>
            </a:pPr>
            <a:r>
              <a:rPr sz="1300"/>
              <a:t>Hailo's real win: low power, not speed</a:t>
            </a:r>
          </a:p>
          <a:p>
            <a:pPr>
              <a:spcAft>
                <a:spcPts val="600"/>
              </a:spcAft>
              <a:defRPr sz="1300"/>
            </a:pPr>
            <a:r>
              <a:rPr b="1" sz="1300"/>
              <a:t>Bottom line:</a:t>
            </a:r>
            <a:r>
              <a:rPr sz="1300"/>
              <a:t> great low-power chatbot, never a coding agent (mine botched 'reverse a string')</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