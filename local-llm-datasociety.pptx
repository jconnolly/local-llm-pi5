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the price of a used Mac Studio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used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verified on the actual hardware and corrected since I first built this. The board is genuinely capable, a Hailo-10H, forty INT4 TOPS, eight gigs of its own memory. And to be fair to it, it DOES run language models: Hailo ships a generative-AI model zoo and an Ollama-compatible runtime called Hailo-Ollama, so you CAN point Claude Code at the accelerator. So why a dead end? Two reasons, both capability not connection. One, every LLM in that zoo is one-to-three billion parameters, Llama-3.2-1B, Qwen-2.5-1.5B, DeepSeek-R1-1.5B, far too small to drive a sixty-four-thousand-token coding agent. Two, it's slow, I measured about seven tokens a second on the accelerator and independent reviewers find the plain Pi CPU often matches it. Hailo markets thirty to fifty, but that's not what I saw or what the reviewers saw. Honest lesson: not a connection problem, a capability problem. Right edge box, wrong job for a coding agent.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figures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three times through the real Claude Code loop, local on the Studio versus cloud Opus, fully sandboxed, throwaway directories, AWS credentials stripped so nothing could touch a real account. These are means of three runs and the variance was low. The honest result: local got the correct answer on all nine runs, same capability, but you wait five to ten times longer. Note the twist, the bounded task has the WORST ratio, about ten-x, because cloud finishes it in roughly twenty seconds and local's fixed per-turn latency is a bigger multiple of a tiny number; the bigger debug task is only five-x.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Takeaway:</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