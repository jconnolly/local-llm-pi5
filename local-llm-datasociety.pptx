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the price of a used Mac Studio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used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verified on the actual hardware and corrected since I first built this. The board is genuinely capable, a Hailo-10H, forty INT4 TOPS, eight gigs of its own memory. And to be fair to it, it DOES run language models: Hailo ships a generative-AI model zoo and an Ollama-compatible runtime called Hailo-Ollama, so you CAN point Claude Code at the accelerator. So why a dead end? Two reasons, both capability not connection. One, every LLM in that zoo is one-to-three billion parameters, Llama-3.2-1B, Qwen-2.5-1.5B, DeepSeek-R1-1.5B, far too small to drive a sixty-four-thousand-token coding agent. Two, it's slow, I measured about seven tokens a second on the accelerator and independent reviewers find the plain Pi CPU often matches it. Hailo markets thirty to fifty, but that's not what I saw or what the reviewers saw. Honest lesson: not a connection problem, a capability problem. Right edge box, wrong job for a coding agent.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Lesson:</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